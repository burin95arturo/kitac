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6" r:id="rId4"/>
    <p:sldId id="265" r:id="rId5"/>
    <p:sldId id="262" r:id="rId6"/>
    <p:sldId id="261" r:id="rId7"/>
    <p:sldId id="264" r:id="rId8"/>
    <p:sldId id="263" r:id="rId9"/>
    <p:sldId id="267" r:id="rId10"/>
    <p:sldId id="269" r:id="rId11"/>
    <p:sldId id="268" r:id="rId12"/>
    <p:sldId id="259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derico Cañete" initials="FC" lastIdx="1" clrIdx="0">
    <p:extLst>
      <p:ext uri="{19B8F6BF-5375-455C-9EA6-DF929625EA0E}">
        <p15:presenceInfo xmlns:p15="http://schemas.microsoft.com/office/powerpoint/2012/main" userId="037e990c899711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B94"/>
    <a:srgbClr val="FBF995"/>
    <a:srgbClr val="F4F771"/>
    <a:srgbClr val="ECF96F"/>
    <a:srgbClr val="EC7A2C"/>
    <a:srgbClr val="EE8944"/>
    <a:srgbClr val="F4B183"/>
    <a:srgbClr val="FFD92B"/>
    <a:srgbClr val="BDD7EE"/>
    <a:srgbClr val="8BF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40" autoAdjust="0"/>
  </p:normalViewPr>
  <p:slideViewPr>
    <p:cSldViewPr snapToGrid="0">
      <p:cViewPr varScale="1">
        <p:scale>
          <a:sx n="80" d="100"/>
          <a:sy n="80" d="100"/>
        </p:scale>
        <p:origin x="3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CACBE-A9D4-4741-B172-BDE74EB15285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6A47-94D6-4A82-A232-687C7E6411A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413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4ADD3-EEB0-5291-BE61-C5000B9F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BA402B-6485-89B2-6289-693CD4599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4230C9-B770-F550-1D68-45626F253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D6CBA0-3BC7-4FF9-49F3-5767805A5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A47-94D6-4A82-A232-687C7E6411A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9317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5D974-2E7C-86F6-9CF6-334789E3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07142E2-1D48-5A49-1BEC-8ACA37EEE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D7D744A-81C8-53EF-F021-A5BA9F22D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F40767-8BD6-006F-2E38-1118EF367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A47-94D6-4A82-A232-687C7E6411AD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4792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7C569-1DA0-C540-091C-52B11757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4D4FCE-F425-0545-EC7A-1E15F39AC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39CBF2-AE4B-8EDE-E422-286E12CC8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B6611F-5D18-D256-D31F-9E6DAE575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A47-94D6-4A82-A232-687C7E6411AD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5216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2BBA-74D5-45B9-3929-6939792F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ADAF78-6917-887F-4752-06A8DE700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5B8F44-6035-B075-DD38-B3C613D95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BD5B6F-07D2-9F99-10FD-811B984AE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A47-94D6-4A82-A232-687C7E6411A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1044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C0B2-E8D0-DF44-1F95-4CD948845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8442373-856D-16A8-6407-3692F7EF8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C1680A-1041-258B-4921-248508BD1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4A3E68-FE51-0D36-7BE7-0C35EEAE3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A47-94D6-4A82-A232-687C7E6411AD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7331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4344-1261-19E6-9540-B426EB33A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45F76B6-E1B4-1FA9-EDA8-EE12E1DA7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9524BFD-199C-A2E7-09D2-3771EDB98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F00B29-E307-224E-01EB-981F53F3F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A47-94D6-4A82-A232-687C7E6411AD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4824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89E5-CFE2-47A0-CB74-37AEFDB5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CCE231-3272-560E-687A-269DDE5B5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9B9531-824A-7533-2CDE-0D35F4A38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C5EBEA-E20E-2D1F-D4B0-EED93D66F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A47-94D6-4A82-A232-687C7E6411AD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626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A47-94D6-4A82-A232-687C7E6411AD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4298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5C869-3CC5-87FA-3CBB-7B9D9FBC4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C3EC18-7F80-30BE-B3FF-0A0B694D6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982EF0-4FAD-CF77-0EC6-24F6F97DE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30AB71-2C72-EEE7-135C-037262E7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CA9EF7-F7A1-3FAF-2AC5-E042575F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7438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E09C0-3518-8F73-964F-D548EDF3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326E01-739C-D208-2EA8-9EF5F7939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942A7F-2624-0216-C106-3BFC84D2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83E307-A4C1-81D5-B902-95112632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4E649A-3B9B-9504-A8E0-3E4820D0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75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464FE-B70F-D2B7-E58E-DD5E25CE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0B309F-C429-DD63-280E-E04B96B30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595B5C-CF40-508D-A62A-4F570DD2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B43C70-8FC1-9CBB-6343-A4FDDD54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984C31-40B6-C01E-4B30-AE78A186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225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DF1E8-FA35-8137-F772-785C814F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32F83F-9ADF-7DFF-11F8-C22D62492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8DB3AE-26AE-5680-A70E-52E1D4838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D719EC-CB81-BFBB-D3EA-E71548E1F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BC2037-ADF8-A7AC-7963-372A11E4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F10594-340D-2DC2-E62B-C8CA54147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133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D3D84-D67B-120E-60E8-AFC5D5C7D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0FA37C-70E0-07AE-0D1A-00C708E74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800765-A2E2-AE56-F5FB-A204F2DF3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FAC124A-89F1-4846-020C-C3E414E72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598DE5-D760-EE22-B7B9-62025488D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AAA00E-4263-81C2-E79A-8B2D8268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EB30C3F-7C7E-985F-7469-C3CF6213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881DD55-FE22-24BF-29D5-AB6CBCA7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050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31863-843A-72F5-DFF9-3159F075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1FE5BC-549D-4FE8-90B1-D9E7B117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F08394-1FCD-6B99-BB4B-D34EF5D5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9414AC-8E85-DEAE-F65B-93E9EB7E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64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611B5B-8449-8C05-BF16-5BE08E300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780D2D-36C4-3293-EFB6-AAE95218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271926-9542-3F71-B39A-690B3B4A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814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8B414-7FC2-5215-971C-C2C4B7E2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5486B4-1820-F6EC-5E6D-BFE75ED0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4EC69B-BAC0-6EB8-FCE1-6A11213EC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7BA306-E835-BB0D-68D1-5F387D32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6F5ACA-7B40-D7EB-69B6-B525C99E2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62711F-5736-5EC2-74DE-D1104CC5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758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01B69-77EF-3B84-8433-C4FEF4836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7B838F-F050-5DF5-2FFC-8382F87F4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D5CD77-FA0B-99AA-C980-EA75D3A3C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2689D5-13F7-9ABB-7225-459809FD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C474E1-5F05-5E10-EC63-588CE214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DDFDC1-8247-B4B5-331B-ABD789AD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680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57AB6-5BD4-C6F8-C102-48DC5B9C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BA5633-40F7-84E6-58EB-57D03F77B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9269C6-B184-BF61-48D5-E5B71453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7612F8-BA77-0F3E-CF2C-DE9AA5DF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D29EA7-7868-42D5-F6A3-4DB13F05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801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9928F2-6074-12AC-B9C9-A8AF858B8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C4748E-E7C3-B31D-FDE3-15A4A005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D508EA-8700-FB2C-4943-237D03C6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373BF0-1305-D7AB-7DC4-5F0A3F35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973317-F3A4-465F-1B89-AAAA8651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6112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4ABF02D-711B-F675-5212-C2D4B717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6B5B81-4991-A5D0-EEDA-BCC925CF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8D681E-1BB8-5984-FF4F-44BDC18FB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E521B-3CDB-47C0-9B47-4D0FE7AEE36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1CDB2B-6B2F-DC8B-7027-E26BAD449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6FABB0-F6B0-CDA9-B41A-CAF644879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2E0A2-D6DA-42F3-B318-2936BE4B83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88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27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3BB4153-A680-55B1-7F32-3E51944F9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250" y="447192"/>
            <a:ext cx="4286848" cy="2553056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7DF9158-7BE0-BADF-EB97-CB9B6D074C9F}"/>
              </a:ext>
            </a:extLst>
          </p:cNvPr>
          <p:cNvCxnSpPr>
            <a:cxnSpLocks/>
          </p:cNvCxnSpPr>
          <p:nvPr/>
        </p:nvCxnSpPr>
        <p:spPr>
          <a:xfrm flipH="1">
            <a:off x="4891793" y="291471"/>
            <a:ext cx="222204" cy="25339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79E22215-DD5E-3256-40BB-C84B75889B29}"/>
              </a:ext>
            </a:extLst>
          </p:cNvPr>
          <p:cNvSpPr txBox="1"/>
          <p:nvPr/>
        </p:nvSpPr>
        <p:spPr>
          <a:xfrm>
            <a:off x="5056847" y="0"/>
            <a:ext cx="75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0,0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7ECC58CD-DF77-B63A-C25B-EB09E10BBF77}"/>
              </a:ext>
            </a:extLst>
          </p:cNvPr>
          <p:cNvCxnSpPr>
            <a:cxnSpLocks/>
          </p:cNvCxnSpPr>
          <p:nvPr/>
        </p:nvCxnSpPr>
        <p:spPr>
          <a:xfrm flipH="1" flipV="1">
            <a:off x="4891793" y="2893443"/>
            <a:ext cx="333306" cy="320497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8D33E5-242A-1240-6DBC-829AC19EA841}"/>
              </a:ext>
            </a:extLst>
          </p:cNvPr>
          <p:cNvSpPr txBox="1"/>
          <p:nvPr/>
        </p:nvSpPr>
        <p:spPr>
          <a:xfrm>
            <a:off x="5177497" y="3029274"/>
            <a:ext cx="75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240,0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C0564BB-3533-D0A6-E159-43D01BD18751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498628" y="398938"/>
            <a:ext cx="308932" cy="174949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4973206-7EFA-FDD6-B3E2-253BC8C1EB58}"/>
              </a:ext>
            </a:extLst>
          </p:cNvPr>
          <p:cNvSpPr txBox="1"/>
          <p:nvPr/>
        </p:nvSpPr>
        <p:spPr>
          <a:xfrm>
            <a:off x="1119846" y="29606"/>
            <a:ext cx="75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0,320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B2960DD-832D-8DF6-DE51-40293D45FB37}"/>
              </a:ext>
            </a:extLst>
          </p:cNvPr>
          <p:cNvCxnSpPr>
            <a:cxnSpLocks/>
          </p:cNvCxnSpPr>
          <p:nvPr/>
        </p:nvCxnSpPr>
        <p:spPr>
          <a:xfrm flipV="1">
            <a:off x="1653094" y="2872040"/>
            <a:ext cx="154466" cy="250634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BC3D0F7-5B9E-9074-7FB0-1894CC402089}"/>
              </a:ext>
            </a:extLst>
          </p:cNvPr>
          <p:cNvSpPr txBox="1"/>
          <p:nvPr/>
        </p:nvSpPr>
        <p:spPr>
          <a:xfrm>
            <a:off x="1119846" y="3048502"/>
            <a:ext cx="99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240,320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2856E1E-3EBE-45CA-1FFF-C3C003E51CD6}"/>
              </a:ext>
            </a:extLst>
          </p:cNvPr>
          <p:cNvSpPr txBox="1"/>
          <p:nvPr/>
        </p:nvSpPr>
        <p:spPr>
          <a:xfrm>
            <a:off x="2643846" y="931306"/>
            <a:ext cx="1595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BIENVENIDO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DBDFABC-AF9C-E5F3-EF39-F2CEB66AE825}"/>
              </a:ext>
            </a:extLst>
          </p:cNvPr>
          <p:cNvCxnSpPr>
            <a:cxnSpLocks/>
          </p:cNvCxnSpPr>
          <p:nvPr/>
        </p:nvCxnSpPr>
        <p:spPr>
          <a:xfrm flipV="1">
            <a:off x="2525110" y="1243117"/>
            <a:ext cx="174199" cy="410753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829DDAB-AB5D-F825-21A9-2BC3F1C47828}"/>
              </a:ext>
            </a:extLst>
          </p:cNvPr>
          <p:cNvSpPr txBox="1"/>
          <p:nvPr/>
        </p:nvSpPr>
        <p:spPr>
          <a:xfrm>
            <a:off x="2030038" y="1559788"/>
            <a:ext cx="85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60,240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A9286F3-73ED-86FE-EAD0-576F29E77DB4}"/>
              </a:ext>
            </a:extLst>
          </p:cNvPr>
          <p:cNvCxnSpPr>
            <a:cxnSpLocks/>
          </p:cNvCxnSpPr>
          <p:nvPr/>
        </p:nvCxnSpPr>
        <p:spPr>
          <a:xfrm flipV="1">
            <a:off x="2699309" y="596595"/>
            <a:ext cx="0" cy="646522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81DA922-1135-95D0-4968-42E56F51C82A}"/>
              </a:ext>
            </a:extLst>
          </p:cNvPr>
          <p:cNvCxnSpPr>
            <a:cxnSpLocks/>
          </p:cNvCxnSpPr>
          <p:nvPr/>
        </p:nvCxnSpPr>
        <p:spPr>
          <a:xfrm>
            <a:off x="2699309" y="1243117"/>
            <a:ext cx="2153076" cy="0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3D69C1F-B71B-7DB6-C811-04728A21B903}"/>
              </a:ext>
            </a:extLst>
          </p:cNvPr>
          <p:cNvSpPr txBox="1"/>
          <p:nvPr/>
        </p:nvSpPr>
        <p:spPr>
          <a:xfrm>
            <a:off x="2176775" y="753291"/>
            <a:ext cx="563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60px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79CB5ED-F584-3F88-344E-17F77C1D6372}"/>
              </a:ext>
            </a:extLst>
          </p:cNvPr>
          <p:cNvSpPr txBox="1"/>
          <p:nvPr/>
        </p:nvSpPr>
        <p:spPr>
          <a:xfrm>
            <a:off x="3393948" y="1242551"/>
            <a:ext cx="655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240px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150130E-690C-6D41-2E41-CD9FA64C6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786" y="777844"/>
            <a:ext cx="4286848" cy="2553056"/>
          </a:xfrm>
          <a:prstGeom prst="rect">
            <a:avLst/>
          </a:prstGeom>
        </p:spPr>
      </p:pic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4ECE960-0C6F-52ED-0D67-74AE74E13B15}"/>
              </a:ext>
            </a:extLst>
          </p:cNvPr>
          <p:cNvCxnSpPr>
            <a:cxnSpLocks/>
          </p:cNvCxnSpPr>
          <p:nvPr/>
        </p:nvCxnSpPr>
        <p:spPr>
          <a:xfrm flipH="1">
            <a:off x="10538329" y="622123"/>
            <a:ext cx="222204" cy="25339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B900DAEF-3AAE-FDAE-7F4D-C5A28B394463}"/>
              </a:ext>
            </a:extLst>
          </p:cNvPr>
          <p:cNvSpPr txBox="1"/>
          <p:nvPr/>
        </p:nvSpPr>
        <p:spPr>
          <a:xfrm>
            <a:off x="10703383" y="330652"/>
            <a:ext cx="75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0,0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C3D40AC-2DF7-0A2D-3E27-C8682FE10463}"/>
              </a:ext>
            </a:extLst>
          </p:cNvPr>
          <p:cNvCxnSpPr>
            <a:cxnSpLocks/>
          </p:cNvCxnSpPr>
          <p:nvPr/>
        </p:nvCxnSpPr>
        <p:spPr>
          <a:xfrm flipH="1" flipV="1">
            <a:off x="10538329" y="3224095"/>
            <a:ext cx="333306" cy="320497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0775306-325F-E7A3-250B-B8BC7242FD91}"/>
              </a:ext>
            </a:extLst>
          </p:cNvPr>
          <p:cNvSpPr txBox="1"/>
          <p:nvPr/>
        </p:nvSpPr>
        <p:spPr>
          <a:xfrm>
            <a:off x="10824033" y="3359926"/>
            <a:ext cx="75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240,0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3D35F010-817A-083F-1FE0-2E909FAE9624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7145164" y="729590"/>
            <a:ext cx="308932" cy="174949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E780851-F4DA-6E74-7017-195071D3721F}"/>
              </a:ext>
            </a:extLst>
          </p:cNvPr>
          <p:cNvSpPr txBox="1"/>
          <p:nvPr/>
        </p:nvSpPr>
        <p:spPr>
          <a:xfrm>
            <a:off x="6766382" y="360258"/>
            <a:ext cx="75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0,320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E781B21-A402-6432-485A-9F9C5A4BDB6C}"/>
              </a:ext>
            </a:extLst>
          </p:cNvPr>
          <p:cNvCxnSpPr>
            <a:cxnSpLocks/>
          </p:cNvCxnSpPr>
          <p:nvPr/>
        </p:nvCxnSpPr>
        <p:spPr>
          <a:xfrm flipV="1">
            <a:off x="7299630" y="3202692"/>
            <a:ext cx="154466" cy="250634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90764CA-E83A-B03E-9F7E-D172D99B8DB4}"/>
              </a:ext>
            </a:extLst>
          </p:cNvPr>
          <p:cNvSpPr txBox="1"/>
          <p:nvPr/>
        </p:nvSpPr>
        <p:spPr>
          <a:xfrm>
            <a:off x="6766382" y="3379154"/>
            <a:ext cx="99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240,320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BC1E881-8C4C-D4D2-4DD6-DE913624C51A}"/>
              </a:ext>
            </a:extLst>
          </p:cNvPr>
          <p:cNvSpPr/>
          <p:nvPr/>
        </p:nvSpPr>
        <p:spPr>
          <a:xfrm>
            <a:off x="8292296" y="1131131"/>
            <a:ext cx="1663700" cy="10206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06A9801-0186-F3DD-3589-4D4F37E82BAC}"/>
              </a:ext>
            </a:extLst>
          </p:cNvPr>
          <p:cNvCxnSpPr>
            <a:cxnSpLocks/>
          </p:cNvCxnSpPr>
          <p:nvPr/>
        </p:nvCxnSpPr>
        <p:spPr>
          <a:xfrm flipV="1">
            <a:off x="8114496" y="2200083"/>
            <a:ext cx="177800" cy="508002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EF856AC-4138-6AAA-A82A-52CD9C6F7D48}"/>
              </a:ext>
            </a:extLst>
          </p:cNvPr>
          <p:cNvSpPr txBox="1"/>
          <p:nvPr/>
        </p:nvSpPr>
        <p:spPr>
          <a:xfrm>
            <a:off x="7619424" y="2614003"/>
            <a:ext cx="106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7030A0"/>
                </a:solidFill>
              </a:rPr>
              <a:t>130,230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C8DC866-E15E-BA38-D84A-E83009243178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9955996" y="669206"/>
            <a:ext cx="98425" cy="461925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0AC85F5-BC9C-9AFF-B534-18F141B5A05E}"/>
              </a:ext>
            </a:extLst>
          </p:cNvPr>
          <p:cNvSpPr txBox="1"/>
          <p:nvPr/>
        </p:nvSpPr>
        <p:spPr>
          <a:xfrm>
            <a:off x="9625796" y="299874"/>
            <a:ext cx="85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30,70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FA28D61-C59D-5851-F529-2547B5527C01}"/>
              </a:ext>
            </a:extLst>
          </p:cNvPr>
          <p:cNvCxnSpPr>
            <a:cxnSpLocks/>
          </p:cNvCxnSpPr>
          <p:nvPr/>
        </p:nvCxnSpPr>
        <p:spPr>
          <a:xfrm flipH="1">
            <a:off x="8343096" y="1179385"/>
            <a:ext cx="1568450" cy="941550"/>
          </a:xfrm>
          <a:prstGeom prst="straightConnector1">
            <a:avLst/>
          </a:prstGeom>
          <a:ln w="2540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2B5502-8BFA-186B-4846-0BE013CD0E1C}"/>
              </a:ext>
            </a:extLst>
          </p:cNvPr>
          <p:cNvSpPr txBox="1"/>
          <p:nvPr/>
        </p:nvSpPr>
        <p:spPr>
          <a:xfrm>
            <a:off x="1315004" y="3367248"/>
            <a:ext cx="3657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Sistema de coordenadas e impresión de texto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8B923FF-5328-D0EA-EE83-41E05C64E386}"/>
              </a:ext>
            </a:extLst>
          </p:cNvPr>
          <p:cNvSpPr txBox="1"/>
          <p:nvPr/>
        </p:nvSpPr>
        <p:spPr>
          <a:xfrm>
            <a:off x="6961540" y="3702579"/>
            <a:ext cx="36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Impresión de rectángulo relleno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0699FA7F-8B1C-3A8A-BA98-DEFBAB3FA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782" y="4072302"/>
            <a:ext cx="4286848" cy="2553056"/>
          </a:xfrm>
          <a:prstGeom prst="rect">
            <a:avLst/>
          </a:prstGeom>
        </p:spPr>
      </p:pic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88BD94D7-55FB-8BDA-BF91-4E3EEEBAC3E7}"/>
              </a:ext>
            </a:extLst>
          </p:cNvPr>
          <p:cNvCxnSpPr>
            <a:cxnSpLocks/>
          </p:cNvCxnSpPr>
          <p:nvPr/>
        </p:nvCxnSpPr>
        <p:spPr>
          <a:xfrm flipH="1" flipV="1">
            <a:off x="3858192" y="5087208"/>
            <a:ext cx="520700" cy="797126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139C079-B59A-8253-1FA0-3BA02DAC4920}"/>
              </a:ext>
            </a:extLst>
          </p:cNvPr>
          <p:cNvSpPr txBox="1"/>
          <p:nvPr/>
        </p:nvSpPr>
        <p:spPr>
          <a:xfrm>
            <a:off x="3953670" y="5855389"/>
            <a:ext cx="106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110,320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600E4ADA-B01A-5F45-53B4-71C16C8A4091}"/>
              </a:ext>
            </a:extLst>
          </p:cNvPr>
          <p:cNvCxnSpPr>
            <a:cxnSpLocks/>
          </p:cNvCxnSpPr>
          <p:nvPr/>
        </p:nvCxnSpPr>
        <p:spPr>
          <a:xfrm flipV="1">
            <a:off x="6216612" y="5087208"/>
            <a:ext cx="645130" cy="744054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843D661-A407-2DE0-704E-C45BB06B5FF0}"/>
              </a:ext>
            </a:extLst>
          </p:cNvPr>
          <p:cNvSpPr txBox="1"/>
          <p:nvPr/>
        </p:nvSpPr>
        <p:spPr>
          <a:xfrm>
            <a:off x="5845742" y="5802317"/>
            <a:ext cx="85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110,0</a:t>
            </a: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C1CBE95E-4162-28CB-0D0D-DB2BB62FEEFE}"/>
              </a:ext>
            </a:extLst>
          </p:cNvPr>
          <p:cNvCxnSpPr/>
          <p:nvPr/>
        </p:nvCxnSpPr>
        <p:spPr>
          <a:xfrm>
            <a:off x="3832792" y="5063080"/>
            <a:ext cx="302895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056BECFE-5AC8-A972-2AA6-BE4F67FC9981}"/>
              </a:ext>
            </a:extLst>
          </p:cNvPr>
          <p:cNvCxnSpPr>
            <a:cxnSpLocks/>
          </p:cNvCxnSpPr>
          <p:nvPr/>
        </p:nvCxnSpPr>
        <p:spPr>
          <a:xfrm flipV="1">
            <a:off x="5473841" y="4238543"/>
            <a:ext cx="0" cy="824537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53714E0-0A72-257B-0708-D96EF00A8E56}"/>
              </a:ext>
            </a:extLst>
          </p:cNvPr>
          <p:cNvSpPr txBox="1"/>
          <p:nvPr/>
        </p:nvSpPr>
        <p:spPr>
          <a:xfrm>
            <a:off x="4867855" y="4496922"/>
            <a:ext cx="685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110px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EE49A4C-44D5-BE1B-AAFD-DAF9590938DF}"/>
              </a:ext>
            </a:extLst>
          </p:cNvPr>
          <p:cNvSpPr txBox="1"/>
          <p:nvPr/>
        </p:nvSpPr>
        <p:spPr>
          <a:xfrm>
            <a:off x="64190" y="5147217"/>
            <a:ext cx="36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Impresión de líneas</a:t>
            </a:r>
          </a:p>
        </p:txBody>
      </p:sp>
    </p:spTree>
    <p:extLst>
      <p:ext uri="{BB962C8B-B14F-4D97-AF65-F5344CB8AC3E}">
        <p14:creationId xmlns:p14="http://schemas.microsoft.com/office/powerpoint/2010/main" val="350925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64E16-1E75-1252-47EA-AB2C6412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466A1BC7-06CF-81D8-FD37-0B92DE8FE5AF}"/>
              </a:ext>
            </a:extLst>
          </p:cNvPr>
          <p:cNvGrpSpPr/>
          <p:nvPr/>
        </p:nvGrpSpPr>
        <p:grpSpPr>
          <a:xfrm>
            <a:off x="998793" y="635130"/>
            <a:ext cx="4286848" cy="2553056"/>
            <a:chOff x="3047140" y="2152472"/>
            <a:chExt cx="4286848" cy="2553056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2DFE8D04-17A0-AD70-CFA0-DF3D97A7E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7140" y="2152472"/>
              <a:ext cx="4286848" cy="2553056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779F841-5888-7347-CDC3-9088E748444A}"/>
                </a:ext>
              </a:extLst>
            </p:cNvPr>
            <p:cNvSpPr/>
            <p:nvPr/>
          </p:nvSpPr>
          <p:spPr>
            <a:xfrm>
              <a:off x="3845485" y="2298740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6193A6BF-C2FE-124C-0819-271F7B54A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3048" y="2590687"/>
              <a:ext cx="1162212" cy="1514686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B76643DB-E5F5-5E03-B0F1-5493E02A9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5260" y="4256790"/>
              <a:ext cx="847843" cy="266737"/>
            </a:xfrm>
            <a:prstGeom prst="rect">
              <a:avLst/>
            </a:prstGeom>
          </p:spPr>
        </p:pic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0A8FDE0-A5B6-A03E-F8A1-F1F0DCF7F072}"/>
              </a:ext>
            </a:extLst>
          </p:cNvPr>
          <p:cNvSpPr txBox="1"/>
          <p:nvPr/>
        </p:nvSpPr>
        <p:spPr>
          <a:xfrm>
            <a:off x="1497137" y="3270773"/>
            <a:ext cx="36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Pantalla de Bienvenida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E990A352-384E-DBCA-F60B-514E7AD207BC}"/>
              </a:ext>
            </a:extLst>
          </p:cNvPr>
          <p:cNvGrpSpPr/>
          <p:nvPr/>
        </p:nvGrpSpPr>
        <p:grpSpPr>
          <a:xfrm>
            <a:off x="998793" y="3727215"/>
            <a:ext cx="4286848" cy="2553056"/>
            <a:chOff x="6110886" y="881614"/>
            <a:chExt cx="4286848" cy="2553056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B3D57A34-04A8-D5AA-ACE3-BAAAE5DE9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F468528A-3CD3-C70B-3B28-E1BA126FF63E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307FC516-B874-B329-7629-C41A9B416117}"/>
              </a:ext>
            </a:extLst>
          </p:cNvPr>
          <p:cNvGrpSpPr/>
          <p:nvPr/>
        </p:nvGrpSpPr>
        <p:grpSpPr>
          <a:xfrm>
            <a:off x="2375162" y="4369062"/>
            <a:ext cx="863464" cy="863464"/>
            <a:chOff x="7000740" y="3212616"/>
            <a:chExt cx="2486470" cy="2486470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40311187-9957-5671-6B32-5B34B9017650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37" name="Grupo 36">
                <a:extLst>
                  <a:ext uri="{FF2B5EF4-FFF2-40B4-BE49-F238E27FC236}">
                    <a16:creationId xmlns:a16="http://schemas.microsoft.com/office/drawing/2014/main" id="{2F51ED5D-CF3B-EEEB-A226-20E923C219C9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59" name="Elipse 58">
                  <a:extLst>
                    <a:ext uri="{FF2B5EF4-FFF2-40B4-BE49-F238E27FC236}">
                      <a16:creationId xmlns:a16="http://schemas.microsoft.com/office/drawing/2014/main" id="{3B120743-BE41-C1E3-E3C0-F4A45C93082B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60" name="Grupo 59">
                  <a:extLst>
                    <a:ext uri="{FF2B5EF4-FFF2-40B4-BE49-F238E27FC236}">
                      <a16:creationId xmlns:a16="http://schemas.microsoft.com/office/drawing/2014/main" id="{BA840D29-65D5-D52F-BE4E-9EA2F94258F9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63" name="Diagrama de flujo: terminador 62">
                    <a:extLst>
                      <a:ext uri="{FF2B5EF4-FFF2-40B4-BE49-F238E27FC236}">
                        <a16:creationId xmlns:a16="http://schemas.microsoft.com/office/drawing/2014/main" id="{AAE7F471-5D56-1B71-DE5A-FCBD92882E0B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4" name="Trapecio 63">
                    <a:extLst>
                      <a:ext uri="{FF2B5EF4-FFF2-40B4-BE49-F238E27FC236}">
                        <a16:creationId xmlns:a16="http://schemas.microsoft.com/office/drawing/2014/main" id="{19306C16-6F4A-23C6-C52B-DED979C540B1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61" name="Diagrama de flujo: terminador 60">
                  <a:extLst>
                    <a:ext uri="{FF2B5EF4-FFF2-40B4-BE49-F238E27FC236}">
                      <a16:creationId xmlns:a16="http://schemas.microsoft.com/office/drawing/2014/main" id="{388B4EB0-9C7D-1C73-B0A2-F87743DE8520}"/>
                    </a:ext>
                  </a:extLst>
                </p:cNvPr>
                <p:cNvSpPr/>
                <p:nvPr/>
              </p:nvSpPr>
              <p:spPr>
                <a:xfrm rot="165214">
                  <a:off x="8174576" y="2510728"/>
                  <a:ext cx="842457" cy="236598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62" name="Conector recto 61">
                  <a:extLst>
                    <a:ext uri="{FF2B5EF4-FFF2-40B4-BE49-F238E27FC236}">
                      <a16:creationId xmlns:a16="http://schemas.microsoft.com/office/drawing/2014/main" id="{EE8055FC-F910-6FF7-676E-2648EAD270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Rectángulo 43">
                <a:extLst>
                  <a:ext uri="{FF2B5EF4-FFF2-40B4-BE49-F238E27FC236}">
                    <a16:creationId xmlns:a16="http://schemas.microsoft.com/office/drawing/2014/main" id="{4E0692C6-5DC9-947A-86D7-A9C41886C3F7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6" name="Rectángulo 45">
                <a:extLst>
                  <a:ext uri="{FF2B5EF4-FFF2-40B4-BE49-F238E27FC236}">
                    <a16:creationId xmlns:a16="http://schemas.microsoft.com/office/drawing/2014/main" id="{90736407-713F-9669-AAEA-184CBB5F5E54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7" name="Rectángulo 46">
                <a:extLst>
                  <a:ext uri="{FF2B5EF4-FFF2-40B4-BE49-F238E27FC236}">
                    <a16:creationId xmlns:a16="http://schemas.microsoft.com/office/drawing/2014/main" id="{8C054154-3335-E334-AE6B-F4A65750E4B4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2" name="Rectángulo 51">
                <a:extLst>
                  <a:ext uri="{FF2B5EF4-FFF2-40B4-BE49-F238E27FC236}">
                    <a16:creationId xmlns:a16="http://schemas.microsoft.com/office/drawing/2014/main" id="{A2811239-3760-BA4B-3B0B-FB384FB89C2B}"/>
                  </a:ext>
                </a:extLst>
              </p:cNvPr>
              <p:cNvSpPr/>
              <p:nvPr/>
            </p:nvSpPr>
            <p:spPr>
              <a:xfrm rot="2033707">
                <a:off x="8102982" y="4197580"/>
                <a:ext cx="388150" cy="131654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7" name="Rectángulo 56">
                <a:extLst>
                  <a:ext uri="{FF2B5EF4-FFF2-40B4-BE49-F238E27FC236}">
                    <a16:creationId xmlns:a16="http://schemas.microsoft.com/office/drawing/2014/main" id="{BFCF775C-2595-614F-05B2-8F9991751C64}"/>
                  </a:ext>
                </a:extLst>
              </p:cNvPr>
              <p:cNvSpPr/>
              <p:nvPr/>
            </p:nvSpPr>
            <p:spPr>
              <a:xfrm rot="2033707">
                <a:off x="7985680" y="4193293"/>
                <a:ext cx="388150" cy="138952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32" name="Arco 31">
              <a:extLst>
                <a:ext uri="{FF2B5EF4-FFF2-40B4-BE49-F238E27FC236}">
                  <a16:creationId xmlns:a16="http://schemas.microsoft.com/office/drawing/2014/main" id="{95B6C69D-63A3-B4FC-F093-793DAA5953D6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34925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300B7D3-03F4-6866-73FC-99C7073ADF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4127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C1D5F596-8FFF-CB15-D65F-59D7D05EE40C}"/>
              </a:ext>
            </a:extLst>
          </p:cNvPr>
          <p:cNvSpPr/>
          <p:nvPr/>
        </p:nvSpPr>
        <p:spPr>
          <a:xfrm>
            <a:off x="2460150" y="5078127"/>
            <a:ext cx="569102" cy="569102"/>
          </a:xfrm>
          <a:prstGeom prst="roundRect">
            <a:avLst/>
          </a:prstGeom>
          <a:noFill/>
          <a:ln w="28575">
            <a:solidFill>
              <a:srgbClr val="2A3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C82D8C0A-900A-318F-03B3-E5443D392C20}"/>
              </a:ext>
            </a:extLst>
          </p:cNvPr>
          <p:cNvCxnSpPr>
            <a:cxnSpLocks/>
          </p:cNvCxnSpPr>
          <p:nvPr/>
        </p:nvCxnSpPr>
        <p:spPr>
          <a:xfrm>
            <a:off x="2744701" y="5115008"/>
            <a:ext cx="0" cy="495339"/>
          </a:xfrm>
          <a:prstGeom prst="straightConnector1">
            <a:avLst/>
          </a:prstGeom>
          <a:ln w="38100">
            <a:solidFill>
              <a:srgbClr val="78B39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ángulo 66">
            <a:extLst>
              <a:ext uri="{FF2B5EF4-FFF2-40B4-BE49-F238E27FC236}">
                <a16:creationId xmlns:a16="http://schemas.microsoft.com/office/drawing/2014/main" id="{619CEE82-B6EA-A448-1C9A-05BE49719459}"/>
              </a:ext>
            </a:extLst>
          </p:cNvPr>
          <p:cNvSpPr/>
          <p:nvPr/>
        </p:nvSpPr>
        <p:spPr>
          <a:xfrm>
            <a:off x="2697464" y="5298289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2AB43D5C-E599-1BEA-FB1F-46923C139C46}"/>
              </a:ext>
            </a:extLst>
          </p:cNvPr>
          <p:cNvCxnSpPr>
            <a:cxnSpLocks/>
          </p:cNvCxnSpPr>
          <p:nvPr/>
        </p:nvCxnSpPr>
        <p:spPr>
          <a:xfrm>
            <a:off x="2518020" y="5362677"/>
            <a:ext cx="453361" cy="0"/>
          </a:xfrm>
          <a:prstGeom prst="line">
            <a:avLst/>
          </a:prstGeom>
          <a:ln w="60325">
            <a:solidFill>
              <a:srgbClr val="2A31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C6088924-56C4-1287-C2C7-94755E3CF717}"/>
              </a:ext>
            </a:extLst>
          </p:cNvPr>
          <p:cNvSpPr/>
          <p:nvPr/>
        </p:nvSpPr>
        <p:spPr>
          <a:xfrm>
            <a:off x="1797138" y="3892764"/>
            <a:ext cx="3057338" cy="342598"/>
          </a:xfrm>
          <a:prstGeom prst="rect">
            <a:avLst/>
          </a:prstGeom>
          <a:solidFill>
            <a:srgbClr val="8BFA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FRENO OK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F8754AD8-FF5C-643C-49C7-C82339E930F1}"/>
              </a:ext>
            </a:extLst>
          </p:cNvPr>
          <p:cNvSpPr/>
          <p:nvPr/>
        </p:nvSpPr>
        <p:spPr>
          <a:xfrm>
            <a:off x="1797138" y="5785892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F5870DE9-6D18-4E12-CCEA-7DBA3A8F5C65}"/>
              </a:ext>
            </a:extLst>
          </p:cNvPr>
          <p:cNvSpPr txBox="1"/>
          <p:nvPr/>
        </p:nvSpPr>
        <p:spPr>
          <a:xfrm>
            <a:off x="2217825" y="5815294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Balanza</a:t>
            </a:r>
          </a:p>
        </p:txBody>
      </p:sp>
      <p:pic>
        <p:nvPicPr>
          <p:cNvPr id="81" name="Picture 2">
            <a:extLst>
              <a:ext uri="{FF2B5EF4-FFF2-40B4-BE49-F238E27FC236}">
                <a16:creationId xmlns:a16="http://schemas.microsoft.com/office/drawing/2014/main" id="{44E5ABBA-AD3D-E8B2-BBB0-9ED310BF43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1971189" y="5217191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CuadroTexto 81">
            <a:extLst>
              <a:ext uri="{FF2B5EF4-FFF2-40B4-BE49-F238E27FC236}">
                <a16:creationId xmlns:a16="http://schemas.microsoft.com/office/drawing/2014/main" id="{443551D0-4F00-DFD3-54EB-DB8C6739C4D7}"/>
              </a:ext>
            </a:extLst>
          </p:cNvPr>
          <p:cNvSpPr txBox="1"/>
          <p:nvPr/>
        </p:nvSpPr>
        <p:spPr>
          <a:xfrm>
            <a:off x="1497136" y="6315747"/>
            <a:ext cx="36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Pantalla Inicial</a:t>
            </a:r>
          </a:p>
        </p:txBody>
      </p:sp>
      <p:sp>
        <p:nvSpPr>
          <p:cNvPr id="1045" name="CuadroTexto 1044">
            <a:extLst>
              <a:ext uri="{FF2B5EF4-FFF2-40B4-BE49-F238E27FC236}">
                <a16:creationId xmlns:a16="http://schemas.microsoft.com/office/drawing/2014/main" id="{44B99D70-96B3-EBE8-81F0-A458A2DC7073}"/>
              </a:ext>
            </a:extLst>
          </p:cNvPr>
          <p:cNvSpPr txBox="1"/>
          <p:nvPr/>
        </p:nvSpPr>
        <p:spPr>
          <a:xfrm>
            <a:off x="3426920" y="4425318"/>
            <a:ext cx="68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49º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46" name="CuadroTexto 1045">
            <a:extLst>
              <a:ext uri="{FF2B5EF4-FFF2-40B4-BE49-F238E27FC236}">
                <a16:creationId xmlns:a16="http://schemas.microsoft.com/office/drawing/2014/main" id="{14EA17C4-E75F-4939-F765-A5818780CE08}"/>
              </a:ext>
            </a:extLst>
          </p:cNvPr>
          <p:cNvSpPr txBox="1"/>
          <p:nvPr/>
        </p:nvSpPr>
        <p:spPr>
          <a:xfrm>
            <a:off x="3165471" y="5055628"/>
            <a:ext cx="137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POSICIÓN </a:t>
            </a:r>
          </a:p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SEGURA</a:t>
            </a:r>
            <a:endParaRPr lang="es-E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048" name="CuadroTexto 1047">
            <a:extLst>
              <a:ext uri="{FF2B5EF4-FFF2-40B4-BE49-F238E27FC236}">
                <a16:creationId xmlns:a16="http://schemas.microsoft.com/office/drawing/2014/main" id="{E56EEEB6-E41C-7AC0-95C8-432F663D1833}"/>
              </a:ext>
            </a:extLst>
          </p:cNvPr>
          <p:cNvSpPr txBox="1"/>
          <p:nvPr/>
        </p:nvSpPr>
        <p:spPr>
          <a:xfrm>
            <a:off x="3929507" y="5813225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Apagar</a:t>
            </a:r>
          </a:p>
        </p:txBody>
      </p:sp>
      <p:sp>
        <p:nvSpPr>
          <p:cNvPr id="1052" name="Rectángulo 1051">
            <a:extLst>
              <a:ext uri="{FF2B5EF4-FFF2-40B4-BE49-F238E27FC236}">
                <a16:creationId xmlns:a16="http://schemas.microsoft.com/office/drawing/2014/main" id="{60D8196C-61BF-14E7-E70B-4EB97CF39ADF}"/>
              </a:ext>
            </a:extLst>
          </p:cNvPr>
          <p:cNvSpPr/>
          <p:nvPr/>
        </p:nvSpPr>
        <p:spPr>
          <a:xfrm>
            <a:off x="1908975" y="585338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7" name="CuadroTexto 1046">
            <a:extLst>
              <a:ext uri="{FF2B5EF4-FFF2-40B4-BE49-F238E27FC236}">
                <a16:creationId xmlns:a16="http://schemas.microsoft.com/office/drawing/2014/main" id="{30EF956D-4DBA-00BE-704E-8B1E3F971B2E}"/>
              </a:ext>
            </a:extLst>
          </p:cNvPr>
          <p:cNvSpPr txBox="1"/>
          <p:nvPr/>
        </p:nvSpPr>
        <p:spPr>
          <a:xfrm>
            <a:off x="1892007" y="5808021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1053" name="Rectángulo 1052">
            <a:extLst>
              <a:ext uri="{FF2B5EF4-FFF2-40B4-BE49-F238E27FC236}">
                <a16:creationId xmlns:a16="http://schemas.microsoft.com/office/drawing/2014/main" id="{91251D88-95D9-ECB3-7CEA-05EFCE284A78}"/>
              </a:ext>
            </a:extLst>
          </p:cNvPr>
          <p:cNvSpPr/>
          <p:nvPr/>
        </p:nvSpPr>
        <p:spPr>
          <a:xfrm>
            <a:off x="3688150" y="5855704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49" name="CuadroTexto 1048">
            <a:extLst>
              <a:ext uri="{FF2B5EF4-FFF2-40B4-BE49-F238E27FC236}">
                <a16:creationId xmlns:a16="http://schemas.microsoft.com/office/drawing/2014/main" id="{648BB516-1CA7-6F0C-AC33-73A527CD6C55}"/>
              </a:ext>
            </a:extLst>
          </p:cNvPr>
          <p:cNvSpPr txBox="1"/>
          <p:nvPr/>
        </p:nvSpPr>
        <p:spPr>
          <a:xfrm>
            <a:off x="3668766" y="5805148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2894073-3E8D-C6D4-45FC-6E98875A0EA6}"/>
              </a:ext>
            </a:extLst>
          </p:cNvPr>
          <p:cNvGrpSpPr/>
          <p:nvPr/>
        </p:nvGrpSpPr>
        <p:grpSpPr>
          <a:xfrm>
            <a:off x="6618932" y="633886"/>
            <a:ext cx="4286848" cy="2553056"/>
            <a:chOff x="6110886" y="881614"/>
            <a:chExt cx="4286848" cy="2553056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74744792-BC85-E812-50E7-598F363B3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A0C0F1A-51FA-8222-7E13-2D10F2BDAB70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F8CC520-2563-E8A7-9F53-9A3BC03618BE}"/>
              </a:ext>
            </a:extLst>
          </p:cNvPr>
          <p:cNvGrpSpPr/>
          <p:nvPr/>
        </p:nvGrpSpPr>
        <p:grpSpPr>
          <a:xfrm>
            <a:off x="7995301" y="1275733"/>
            <a:ext cx="863464" cy="863464"/>
            <a:chOff x="7000740" y="3212616"/>
            <a:chExt cx="2486470" cy="2486470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92048229-3FB7-58FE-0449-0BC83642F118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4174006C-61C8-53B0-1A5C-C748EC073DD5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43" name="Elipse 42">
                  <a:extLst>
                    <a:ext uri="{FF2B5EF4-FFF2-40B4-BE49-F238E27FC236}">
                      <a16:creationId xmlns:a16="http://schemas.microsoft.com/office/drawing/2014/main" id="{D1BAF8A7-09C0-5CE2-6F17-F55EBF0C3B2B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45" name="Grupo 44">
                  <a:extLst>
                    <a:ext uri="{FF2B5EF4-FFF2-40B4-BE49-F238E27FC236}">
                      <a16:creationId xmlns:a16="http://schemas.microsoft.com/office/drawing/2014/main" id="{F2FDE6E0-9001-B6FE-3988-C0BACFC9AF51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50" name="Diagrama de flujo: terminador 49">
                    <a:extLst>
                      <a:ext uri="{FF2B5EF4-FFF2-40B4-BE49-F238E27FC236}">
                        <a16:creationId xmlns:a16="http://schemas.microsoft.com/office/drawing/2014/main" id="{8421E571-3C41-0F04-490F-F6A1B3C85DE7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1" name="Trapecio 50">
                    <a:extLst>
                      <a:ext uri="{FF2B5EF4-FFF2-40B4-BE49-F238E27FC236}">
                        <a16:creationId xmlns:a16="http://schemas.microsoft.com/office/drawing/2014/main" id="{E6EEC726-7095-88A8-3D81-8D7EBAF1E107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48" name="Diagrama de flujo: terminador 47">
                  <a:extLst>
                    <a:ext uri="{FF2B5EF4-FFF2-40B4-BE49-F238E27FC236}">
                      <a16:creationId xmlns:a16="http://schemas.microsoft.com/office/drawing/2014/main" id="{8ED9607A-0F01-30B9-D366-411EB4752B36}"/>
                    </a:ext>
                  </a:extLst>
                </p:cNvPr>
                <p:cNvSpPr/>
                <p:nvPr/>
              </p:nvSpPr>
              <p:spPr>
                <a:xfrm rot="165214">
                  <a:off x="8174576" y="2510728"/>
                  <a:ext cx="842457" cy="236598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49" name="Conector recto 48">
                  <a:extLst>
                    <a:ext uri="{FF2B5EF4-FFF2-40B4-BE49-F238E27FC236}">
                      <a16:creationId xmlns:a16="http://schemas.microsoft.com/office/drawing/2014/main" id="{2B8A3ED9-2482-5B9D-FBA5-4B76332EDB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88FF039C-AD9D-06D0-1ACD-C53F5B80CC60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E4D4218B-DFBC-3423-F7DB-1868AFA6D84B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8A9E3192-FDE6-A8D6-FF45-7C43F179AA50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29E181E1-ABF0-329B-912F-8E6D255C321D}"/>
                  </a:ext>
                </a:extLst>
              </p:cNvPr>
              <p:cNvSpPr/>
              <p:nvPr/>
            </p:nvSpPr>
            <p:spPr>
              <a:xfrm rot="2033707">
                <a:off x="8102982" y="4197580"/>
                <a:ext cx="388150" cy="131654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9DB0792C-17BE-7C0A-D769-F6B1A56F810C}"/>
                  </a:ext>
                </a:extLst>
              </p:cNvPr>
              <p:cNvSpPr/>
              <p:nvPr/>
            </p:nvSpPr>
            <p:spPr>
              <a:xfrm rot="2033707">
                <a:off x="7985680" y="4193293"/>
                <a:ext cx="388150" cy="138952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7" name="Arco 16">
              <a:extLst>
                <a:ext uri="{FF2B5EF4-FFF2-40B4-BE49-F238E27FC236}">
                  <a16:creationId xmlns:a16="http://schemas.microsoft.com/office/drawing/2014/main" id="{273067D9-29F4-FB41-876B-1B65263A1EF4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34925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758DD7F3-61B6-D5EE-6D00-705116CCE8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4127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E172093E-CADE-712C-D4D3-775400E219BC}"/>
              </a:ext>
            </a:extLst>
          </p:cNvPr>
          <p:cNvSpPr/>
          <p:nvPr/>
        </p:nvSpPr>
        <p:spPr>
          <a:xfrm>
            <a:off x="8080289" y="1984798"/>
            <a:ext cx="569102" cy="569102"/>
          </a:xfrm>
          <a:prstGeom prst="roundRect">
            <a:avLst/>
          </a:prstGeom>
          <a:noFill/>
          <a:ln w="28575">
            <a:solidFill>
              <a:srgbClr val="2A3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C50631C3-5D17-3351-A4D1-316DEAD3AAE0}"/>
              </a:ext>
            </a:extLst>
          </p:cNvPr>
          <p:cNvCxnSpPr>
            <a:cxnSpLocks/>
          </p:cNvCxnSpPr>
          <p:nvPr/>
        </p:nvCxnSpPr>
        <p:spPr>
          <a:xfrm>
            <a:off x="8364840" y="2021679"/>
            <a:ext cx="0" cy="495339"/>
          </a:xfrm>
          <a:prstGeom prst="straightConnector1">
            <a:avLst/>
          </a:prstGeom>
          <a:ln w="38100">
            <a:solidFill>
              <a:srgbClr val="78B39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D8A8E5D-B8A8-6771-4138-3F6DBEA29134}"/>
              </a:ext>
            </a:extLst>
          </p:cNvPr>
          <p:cNvSpPr/>
          <p:nvPr/>
        </p:nvSpPr>
        <p:spPr>
          <a:xfrm>
            <a:off x="8317603" y="2204960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1FC0ACD8-8141-D0A2-A59F-5AE8A6FCABA8}"/>
              </a:ext>
            </a:extLst>
          </p:cNvPr>
          <p:cNvCxnSpPr>
            <a:cxnSpLocks/>
          </p:cNvCxnSpPr>
          <p:nvPr/>
        </p:nvCxnSpPr>
        <p:spPr>
          <a:xfrm>
            <a:off x="8138159" y="2269348"/>
            <a:ext cx="453361" cy="0"/>
          </a:xfrm>
          <a:prstGeom prst="line">
            <a:avLst/>
          </a:prstGeom>
          <a:ln w="60325">
            <a:solidFill>
              <a:srgbClr val="2A31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A4653A5-1A64-6AFE-AFB2-D59813AF92B3}"/>
              </a:ext>
            </a:extLst>
          </p:cNvPr>
          <p:cNvSpPr/>
          <p:nvPr/>
        </p:nvSpPr>
        <p:spPr>
          <a:xfrm>
            <a:off x="7423149" y="787723"/>
            <a:ext cx="3051466" cy="3425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REVISAR FRENO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D737DA86-A36A-F681-363E-2D3A03CBA982}"/>
              </a:ext>
            </a:extLst>
          </p:cNvPr>
          <p:cNvSpPr/>
          <p:nvPr/>
        </p:nvSpPr>
        <p:spPr>
          <a:xfrm>
            <a:off x="7417277" y="2692563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34B92C18-8F7B-7865-EA4F-4D3641A90EF1}"/>
              </a:ext>
            </a:extLst>
          </p:cNvPr>
          <p:cNvSpPr txBox="1"/>
          <p:nvPr/>
        </p:nvSpPr>
        <p:spPr>
          <a:xfrm>
            <a:off x="7837964" y="2721965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Balanza</a:t>
            </a:r>
          </a:p>
        </p:txBody>
      </p:sp>
      <p:pic>
        <p:nvPicPr>
          <p:cNvPr id="72" name="Picture 2">
            <a:extLst>
              <a:ext uri="{FF2B5EF4-FFF2-40B4-BE49-F238E27FC236}">
                <a16:creationId xmlns:a16="http://schemas.microsoft.com/office/drawing/2014/main" id="{46AD7B8E-0723-E597-3B6C-819A00A50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7591328" y="2123862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CuadroTexto 72">
            <a:extLst>
              <a:ext uri="{FF2B5EF4-FFF2-40B4-BE49-F238E27FC236}">
                <a16:creationId xmlns:a16="http://schemas.microsoft.com/office/drawing/2014/main" id="{6EB315C1-AFD9-BB7F-5CE1-ED4367BD6A6C}"/>
              </a:ext>
            </a:extLst>
          </p:cNvPr>
          <p:cNvSpPr txBox="1"/>
          <p:nvPr/>
        </p:nvSpPr>
        <p:spPr>
          <a:xfrm>
            <a:off x="9047059" y="1331989"/>
            <a:ext cx="68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49º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B33C32E8-80D2-13CC-5AAD-47E33DE03125}"/>
              </a:ext>
            </a:extLst>
          </p:cNvPr>
          <p:cNvSpPr txBox="1"/>
          <p:nvPr/>
        </p:nvSpPr>
        <p:spPr>
          <a:xfrm>
            <a:off x="8785610" y="1962299"/>
            <a:ext cx="137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POSICIÓN </a:t>
            </a:r>
          </a:p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SEGURA</a:t>
            </a:r>
            <a:endParaRPr lang="es-E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8C3E7383-F498-1B32-707A-A5D7E2E2E221}"/>
              </a:ext>
            </a:extLst>
          </p:cNvPr>
          <p:cNvSpPr txBox="1"/>
          <p:nvPr/>
        </p:nvSpPr>
        <p:spPr>
          <a:xfrm>
            <a:off x="9549646" y="2719896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Apagar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7969BCED-403D-98FB-5F74-28C3157FB3C8}"/>
              </a:ext>
            </a:extLst>
          </p:cNvPr>
          <p:cNvSpPr/>
          <p:nvPr/>
        </p:nvSpPr>
        <p:spPr>
          <a:xfrm>
            <a:off x="7529114" y="2760056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A7350CA-412D-76D4-2ADF-F26E14484AAF}"/>
              </a:ext>
            </a:extLst>
          </p:cNvPr>
          <p:cNvSpPr txBox="1"/>
          <p:nvPr/>
        </p:nvSpPr>
        <p:spPr>
          <a:xfrm>
            <a:off x="7512146" y="2714692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11BCA852-041F-558F-B424-BD6B37CDAA38}"/>
              </a:ext>
            </a:extLst>
          </p:cNvPr>
          <p:cNvSpPr/>
          <p:nvPr/>
        </p:nvSpPr>
        <p:spPr>
          <a:xfrm>
            <a:off x="9308289" y="276237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D54D32C5-1AD4-DB8D-5E60-0F9BD0231F05}"/>
              </a:ext>
            </a:extLst>
          </p:cNvPr>
          <p:cNvSpPr txBox="1"/>
          <p:nvPr/>
        </p:nvSpPr>
        <p:spPr>
          <a:xfrm>
            <a:off x="9288905" y="2711819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grpSp>
        <p:nvGrpSpPr>
          <p:cNvPr id="87" name="Grupo 86">
            <a:extLst>
              <a:ext uri="{FF2B5EF4-FFF2-40B4-BE49-F238E27FC236}">
                <a16:creationId xmlns:a16="http://schemas.microsoft.com/office/drawing/2014/main" id="{5B51F5D9-A458-EA06-7734-B07960289433}"/>
              </a:ext>
            </a:extLst>
          </p:cNvPr>
          <p:cNvGrpSpPr/>
          <p:nvPr/>
        </p:nvGrpSpPr>
        <p:grpSpPr>
          <a:xfrm>
            <a:off x="6619671" y="3727215"/>
            <a:ext cx="4286848" cy="2553056"/>
            <a:chOff x="6110886" y="881614"/>
            <a:chExt cx="4286848" cy="2553056"/>
          </a:xfrm>
        </p:grpSpPr>
        <p:pic>
          <p:nvPicPr>
            <p:cNvPr id="88" name="Imagen 87">
              <a:extLst>
                <a:ext uri="{FF2B5EF4-FFF2-40B4-BE49-F238E27FC236}">
                  <a16:creationId xmlns:a16="http://schemas.microsoft.com/office/drawing/2014/main" id="{5BB20772-FBB8-7D7A-BDE0-15AF2C5C9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AD496B45-1AAA-71B7-70EA-621BB2774914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3D89D617-15E2-F2BE-27EB-EEAB614C76B4}"/>
              </a:ext>
            </a:extLst>
          </p:cNvPr>
          <p:cNvGrpSpPr/>
          <p:nvPr/>
        </p:nvGrpSpPr>
        <p:grpSpPr>
          <a:xfrm>
            <a:off x="7996040" y="4369062"/>
            <a:ext cx="863464" cy="863464"/>
            <a:chOff x="7000740" y="3212616"/>
            <a:chExt cx="2486470" cy="2486470"/>
          </a:xfrm>
        </p:grpSpPr>
        <p:grpSp>
          <p:nvGrpSpPr>
            <p:cNvPr id="91" name="Grupo 90">
              <a:extLst>
                <a:ext uri="{FF2B5EF4-FFF2-40B4-BE49-F238E27FC236}">
                  <a16:creationId xmlns:a16="http://schemas.microsoft.com/office/drawing/2014/main" id="{67210BA3-CF9D-8F17-6D89-0CBE6447317D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94" name="Grupo 93">
                <a:extLst>
                  <a:ext uri="{FF2B5EF4-FFF2-40B4-BE49-F238E27FC236}">
                    <a16:creationId xmlns:a16="http://schemas.microsoft.com/office/drawing/2014/main" id="{9FE57493-D071-2CCC-0423-C81239D9FF04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101" name="Elipse 100">
                  <a:extLst>
                    <a:ext uri="{FF2B5EF4-FFF2-40B4-BE49-F238E27FC236}">
                      <a16:creationId xmlns:a16="http://schemas.microsoft.com/office/drawing/2014/main" id="{8FDD484F-C72F-3331-7EAA-AE00B57BE9F4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05" name="Grupo 104">
                  <a:extLst>
                    <a:ext uri="{FF2B5EF4-FFF2-40B4-BE49-F238E27FC236}">
                      <a16:creationId xmlns:a16="http://schemas.microsoft.com/office/drawing/2014/main" id="{8EFE4BF0-7AAD-CCBD-BA12-1B5161D7C555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110" name="Diagrama de flujo: terminador 109">
                    <a:extLst>
                      <a:ext uri="{FF2B5EF4-FFF2-40B4-BE49-F238E27FC236}">
                        <a16:creationId xmlns:a16="http://schemas.microsoft.com/office/drawing/2014/main" id="{65D3C1DF-2E3B-DA9F-CA5C-F463EEDFA240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13" name="Trapecio 112">
                    <a:extLst>
                      <a:ext uri="{FF2B5EF4-FFF2-40B4-BE49-F238E27FC236}">
                        <a16:creationId xmlns:a16="http://schemas.microsoft.com/office/drawing/2014/main" id="{4553EBCF-1C32-953D-A59B-BE62B6AB4FAF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107" name="Diagrama de flujo: terminador 106">
                  <a:extLst>
                    <a:ext uri="{FF2B5EF4-FFF2-40B4-BE49-F238E27FC236}">
                      <a16:creationId xmlns:a16="http://schemas.microsoft.com/office/drawing/2014/main" id="{804DE44C-92E7-4B76-0652-E7B4AD19840D}"/>
                    </a:ext>
                  </a:extLst>
                </p:cNvPr>
                <p:cNvSpPr/>
                <p:nvPr/>
              </p:nvSpPr>
              <p:spPr>
                <a:xfrm rot="165214">
                  <a:off x="8174576" y="2510728"/>
                  <a:ext cx="842457" cy="236598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108" name="Conector recto 107">
                  <a:extLst>
                    <a:ext uri="{FF2B5EF4-FFF2-40B4-BE49-F238E27FC236}">
                      <a16:creationId xmlns:a16="http://schemas.microsoft.com/office/drawing/2014/main" id="{6B7DA381-3FA6-AA95-3884-55462A0FB4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Rectángulo 94">
                <a:extLst>
                  <a:ext uri="{FF2B5EF4-FFF2-40B4-BE49-F238E27FC236}">
                    <a16:creationId xmlns:a16="http://schemas.microsoft.com/office/drawing/2014/main" id="{DD7AC444-0BD7-7D01-6567-3131E66E8636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6" name="Rectángulo 95">
                <a:extLst>
                  <a:ext uri="{FF2B5EF4-FFF2-40B4-BE49-F238E27FC236}">
                    <a16:creationId xmlns:a16="http://schemas.microsoft.com/office/drawing/2014/main" id="{9EBB7F8D-5C5E-5764-5095-91D2580C2382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7" name="Rectángulo 96">
                <a:extLst>
                  <a:ext uri="{FF2B5EF4-FFF2-40B4-BE49-F238E27FC236}">
                    <a16:creationId xmlns:a16="http://schemas.microsoft.com/office/drawing/2014/main" id="{DEC301AA-D9C3-26F3-5CAD-76E850CE12B4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8" name="Rectángulo 97">
                <a:extLst>
                  <a:ext uri="{FF2B5EF4-FFF2-40B4-BE49-F238E27FC236}">
                    <a16:creationId xmlns:a16="http://schemas.microsoft.com/office/drawing/2014/main" id="{03C83DF3-9612-290B-5D9D-F35C847CF465}"/>
                  </a:ext>
                </a:extLst>
              </p:cNvPr>
              <p:cNvSpPr/>
              <p:nvPr/>
            </p:nvSpPr>
            <p:spPr>
              <a:xfrm rot="2033707">
                <a:off x="8102982" y="4197580"/>
                <a:ext cx="388150" cy="131654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99" name="Rectángulo 98">
                <a:extLst>
                  <a:ext uri="{FF2B5EF4-FFF2-40B4-BE49-F238E27FC236}">
                    <a16:creationId xmlns:a16="http://schemas.microsoft.com/office/drawing/2014/main" id="{166871FB-3C1E-578E-9036-D8222B61D894}"/>
                  </a:ext>
                </a:extLst>
              </p:cNvPr>
              <p:cNvSpPr/>
              <p:nvPr/>
            </p:nvSpPr>
            <p:spPr>
              <a:xfrm rot="2033707">
                <a:off x="7985680" y="4193293"/>
                <a:ext cx="388150" cy="138952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2" name="Arco 91">
              <a:extLst>
                <a:ext uri="{FF2B5EF4-FFF2-40B4-BE49-F238E27FC236}">
                  <a16:creationId xmlns:a16="http://schemas.microsoft.com/office/drawing/2014/main" id="{31962A89-7371-B063-61C2-04EBC5A7C888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34925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FFD3EBF2-6403-E85B-650E-7037245240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4127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ectángulo: esquinas redondeadas 115">
            <a:extLst>
              <a:ext uri="{FF2B5EF4-FFF2-40B4-BE49-F238E27FC236}">
                <a16:creationId xmlns:a16="http://schemas.microsoft.com/office/drawing/2014/main" id="{ADF469CA-4FD7-6D0F-B0CD-5CE39736EDD9}"/>
              </a:ext>
            </a:extLst>
          </p:cNvPr>
          <p:cNvSpPr/>
          <p:nvPr/>
        </p:nvSpPr>
        <p:spPr>
          <a:xfrm>
            <a:off x="8081028" y="5078127"/>
            <a:ext cx="569102" cy="569102"/>
          </a:xfrm>
          <a:prstGeom prst="roundRect">
            <a:avLst/>
          </a:prstGeom>
          <a:noFill/>
          <a:ln w="28575">
            <a:solidFill>
              <a:srgbClr val="2A3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8DD56C59-DF4D-C2CC-70CF-71825C640C82}"/>
              </a:ext>
            </a:extLst>
          </p:cNvPr>
          <p:cNvCxnSpPr>
            <a:cxnSpLocks/>
          </p:cNvCxnSpPr>
          <p:nvPr/>
        </p:nvCxnSpPr>
        <p:spPr>
          <a:xfrm>
            <a:off x="8365579" y="5115008"/>
            <a:ext cx="0" cy="495339"/>
          </a:xfrm>
          <a:prstGeom prst="straightConnector1">
            <a:avLst/>
          </a:prstGeom>
          <a:ln w="38100">
            <a:solidFill>
              <a:srgbClr val="78B39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EE6C3545-D448-CBF8-FA67-F16B981D082C}"/>
              </a:ext>
            </a:extLst>
          </p:cNvPr>
          <p:cNvSpPr/>
          <p:nvPr/>
        </p:nvSpPr>
        <p:spPr>
          <a:xfrm>
            <a:off x="8318342" y="5298289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026" name="Conector recto 1025">
            <a:extLst>
              <a:ext uri="{FF2B5EF4-FFF2-40B4-BE49-F238E27FC236}">
                <a16:creationId xmlns:a16="http://schemas.microsoft.com/office/drawing/2014/main" id="{3CED98C3-8EA1-A591-843E-9EDC3749D5FF}"/>
              </a:ext>
            </a:extLst>
          </p:cNvPr>
          <p:cNvCxnSpPr>
            <a:cxnSpLocks/>
          </p:cNvCxnSpPr>
          <p:nvPr/>
        </p:nvCxnSpPr>
        <p:spPr>
          <a:xfrm>
            <a:off x="8138898" y="5362677"/>
            <a:ext cx="453361" cy="0"/>
          </a:xfrm>
          <a:prstGeom prst="line">
            <a:avLst/>
          </a:prstGeom>
          <a:ln w="60325">
            <a:solidFill>
              <a:srgbClr val="2A31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7" name="Picture 2">
            <a:extLst>
              <a:ext uri="{FF2B5EF4-FFF2-40B4-BE49-F238E27FC236}">
                <a16:creationId xmlns:a16="http://schemas.microsoft.com/office/drawing/2014/main" id="{EB4062B3-0B5A-1D5E-9BC1-420CA23CBE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7592067" y="5217191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8" name="CuadroTexto 1067">
            <a:extLst>
              <a:ext uri="{FF2B5EF4-FFF2-40B4-BE49-F238E27FC236}">
                <a16:creationId xmlns:a16="http://schemas.microsoft.com/office/drawing/2014/main" id="{8D90E660-6783-1C6D-FBD0-E961C5F0ED57}"/>
              </a:ext>
            </a:extLst>
          </p:cNvPr>
          <p:cNvSpPr txBox="1"/>
          <p:nvPr/>
        </p:nvSpPr>
        <p:spPr>
          <a:xfrm>
            <a:off x="9047798" y="4425318"/>
            <a:ext cx="68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49º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70" name="CuadroTexto 1069">
            <a:extLst>
              <a:ext uri="{FF2B5EF4-FFF2-40B4-BE49-F238E27FC236}">
                <a16:creationId xmlns:a16="http://schemas.microsoft.com/office/drawing/2014/main" id="{699FE27F-B896-663A-0627-4B445BAC91F4}"/>
              </a:ext>
            </a:extLst>
          </p:cNvPr>
          <p:cNvSpPr txBox="1"/>
          <p:nvPr/>
        </p:nvSpPr>
        <p:spPr>
          <a:xfrm>
            <a:off x="8786349" y="5055628"/>
            <a:ext cx="137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POSICIÓN </a:t>
            </a:r>
          </a:p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SEGURA</a:t>
            </a:r>
            <a:endParaRPr lang="es-E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086" name="Rectángulo 1085">
            <a:extLst>
              <a:ext uri="{FF2B5EF4-FFF2-40B4-BE49-F238E27FC236}">
                <a16:creationId xmlns:a16="http://schemas.microsoft.com/office/drawing/2014/main" id="{16FD2836-FCB6-88D6-8E1B-FB9CB66A9171}"/>
              </a:ext>
            </a:extLst>
          </p:cNvPr>
          <p:cNvSpPr/>
          <p:nvPr/>
        </p:nvSpPr>
        <p:spPr>
          <a:xfrm>
            <a:off x="7417277" y="4364002"/>
            <a:ext cx="3057338" cy="1306730"/>
          </a:xfrm>
          <a:prstGeom prst="rect">
            <a:avLst/>
          </a:prstGeom>
          <a:solidFill>
            <a:srgbClr val="FFF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pic>
        <p:nvPicPr>
          <p:cNvPr id="1087" name="Imagen 1086">
            <a:extLst>
              <a:ext uri="{FF2B5EF4-FFF2-40B4-BE49-F238E27FC236}">
                <a16:creationId xmlns:a16="http://schemas.microsoft.com/office/drawing/2014/main" id="{25748795-23B2-7254-C9E7-910F48F70D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327" y="4444709"/>
            <a:ext cx="341371" cy="341371"/>
          </a:xfrm>
          <a:prstGeom prst="rect">
            <a:avLst/>
          </a:prstGeom>
        </p:spPr>
      </p:pic>
      <p:sp>
        <p:nvSpPr>
          <p:cNvPr id="1088" name="CuadroTexto 1087">
            <a:extLst>
              <a:ext uri="{FF2B5EF4-FFF2-40B4-BE49-F238E27FC236}">
                <a16:creationId xmlns:a16="http://schemas.microsoft.com/office/drawing/2014/main" id="{E1A144F5-65B6-6D3D-324D-7500764751B0}"/>
              </a:ext>
            </a:extLst>
          </p:cNvPr>
          <p:cNvSpPr txBox="1"/>
          <p:nvPr/>
        </p:nvSpPr>
        <p:spPr>
          <a:xfrm>
            <a:off x="8463318" y="4461732"/>
            <a:ext cx="12606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ATENCIÓN</a:t>
            </a:r>
          </a:p>
        </p:txBody>
      </p:sp>
      <p:sp>
        <p:nvSpPr>
          <p:cNvPr id="1089" name="CuadroTexto 1088">
            <a:extLst>
              <a:ext uri="{FF2B5EF4-FFF2-40B4-BE49-F238E27FC236}">
                <a16:creationId xmlns:a16="http://schemas.microsoft.com/office/drawing/2014/main" id="{9549B1A3-CC93-78C1-D58C-AFC880B66A9C}"/>
              </a:ext>
            </a:extLst>
          </p:cNvPr>
          <p:cNvSpPr txBox="1"/>
          <p:nvPr/>
        </p:nvSpPr>
        <p:spPr>
          <a:xfrm>
            <a:off x="8005764" y="5028326"/>
            <a:ext cx="19260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BARANDALES BAJOS</a:t>
            </a:r>
          </a:p>
        </p:txBody>
      </p:sp>
      <p:sp>
        <p:nvSpPr>
          <p:cNvPr id="1090" name="Rectángulo 1089">
            <a:extLst>
              <a:ext uri="{FF2B5EF4-FFF2-40B4-BE49-F238E27FC236}">
                <a16:creationId xmlns:a16="http://schemas.microsoft.com/office/drawing/2014/main" id="{7E4FC328-2782-8A58-3514-7CB59B47D8A7}"/>
              </a:ext>
            </a:extLst>
          </p:cNvPr>
          <p:cNvSpPr/>
          <p:nvPr/>
        </p:nvSpPr>
        <p:spPr>
          <a:xfrm>
            <a:off x="8023603" y="5021110"/>
            <a:ext cx="1879415" cy="340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34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AA888-D8A8-604D-6B60-D4860AF3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6F12C9A1-0691-40E8-D682-11AC60EACBD8}"/>
              </a:ext>
            </a:extLst>
          </p:cNvPr>
          <p:cNvGrpSpPr/>
          <p:nvPr/>
        </p:nvGrpSpPr>
        <p:grpSpPr>
          <a:xfrm>
            <a:off x="998793" y="635130"/>
            <a:ext cx="4286848" cy="2553056"/>
            <a:chOff x="3047140" y="2152472"/>
            <a:chExt cx="4286848" cy="2553056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9BF21D6C-30D0-A235-E2A0-29D4F8D17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7140" y="2152472"/>
              <a:ext cx="4286848" cy="2553056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54AED62-A831-BBA5-27A2-64DBCCFA9130}"/>
                </a:ext>
              </a:extLst>
            </p:cNvPr>
            <p:cNvSpPr/>
            <p:nvPr/>
          </p:nvSpPr>
          <p:spPr>
            <a:xfrm>
              <a:off x="3845485" y="2273122"/>
              <a:ext cx="3057338" cy="228991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82" name="CuadroTexto 81">
            <a:extLst>
              <a:ext uri="{FF2B5EF4-FFF2-40B4-BE49-F238E27FC236}">
                <a16:creationId xmlns:a16="http://schemas.microsoft.com/office/drawing/2014/main" id="{4DC738F9-9E65-2B4D-EC8F-69D0CF5B702A}"/>
              </a:ext>
            </a:extLst>
          </p:cNvPr>
          <p:cNvSpPr txBox="1"/>
          <p:nvPr/>
        </p:nvSpPr>
        <p:spPr>
          <a:xfrm>
            <a:off x="1497136" y="6315747"/>
            <a:ext cx="36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Pantalla Inicial</a:t>
            </a:r>
          </a:p>
        </p:txBody>
      </p:sp>
    </p:spTree>
    <p:extLst>
      <p:ext uri="{BB962C8B-B14F-4D97-AF65-F5344CB8AC3E}">
        <p14:creationId xmlns:p14="http://schemas.microsoft.com/office/powerpoint/2010/main" val="304682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BA011-120D-0AAC-8DBA-FA3E7FE5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12EBF0C8-3EF7-58C4-4B21-9C5EFE092C50}"/>
              </a:ext>
            </a:extLst>
          </p:cNvPr>
          <p:cNvGrpSpPr/>
          <p:nvPr/>
        </p:nvGrpSpPr>
        <p:grpSpPr>
          <a:xfrm>
            <a:off x="998793" y="2294735"/>
            <a:ext cx="4286848" cy="2553056"/>
            <a:chOff x="6110886" y="881614"/>
            <a:chExt cx="4286848" cy="2553056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3F84C483-DF24-FDEA-D60F-7C92AC574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B371CF-AC11-7174-A7CD-FDA83C6BE877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553B684-AFDD-2CA5-EC83-36C414102300}"/>
              </a:ext>
            </a:extLst>
          </p:cNvPr>
          <p:cNvGrpSpPr/>
          <p:nvPr/>
        </p:nvGrpSpPr>
        <p:grpSpPr>
          <a:xfrm>
            <a:off x="2375162" y="2936582"/>
            <a:ext cx="863464" cy="863464"/>
            <a:chOff x="7000740" y="3212616"/>
            <a:chExt cx="2486470" cy="2486470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E081E61B-63E6-DBF2-1201-23D561E6E03F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37" name="Grupo 36">
                <a:extLst>
                  <a:ext uri="{FF2B5EF4-FFF2-40B4-BE49-F238E27FC236}">
                    <a16:creationId xmlns:a16="http://schemas.microsoft.com/office/drawing/2014/main" id="{02CBD3CF-C886-440E-C443-5A5F33B5B2E1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59" name="Elipse 58">
                  <a:extLst>
                    <a:ext uri="{FF2B5EF4-FFF2-40B4-BE49-F238E27FC236}">
                      <a16:creationId xmlns:a16="http://schemas.microsoft.com/office/drawing/2014/main" id="{FBBCFED4-2BF2-5030-84B6-800A30E4A101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60" name="Grupo 59">
                  <a:extLst>
                    <a:ext uri="{FF2B5EF4-FFF2-40B4-BE49-F238E27FC236}">
                      <a16:creationId xmlns:a16="http://schemas.microsoft.com/office/drawing/2014/main" id="{033F5DBF-0AE4-149B-D8DF-8EC3FE25CC8B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63" name="Diagrama de flujo: terminador 62">
                    <a:extLst>
                      <a:ext uri="{FF2B5EF4-FFF2-40B4-BE49-F238E27FC236}">
                        <a16:creationId xmlns:a16="http://schemas.microsoft.com/office/drawing/2014/main" id="{BDACAC5A-5600-4E64-46C4-262EC99E3DCD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4" name="Trapecio 63">
                    <a:extLst>
                      <a:ext uri="{FF2B5EF4-FFF2-40B4-BE49-F238E27FC236}">
                        <a16:creationId xmlns:a16="http://schemas.microsoft.com/office/drawing/2014/main" id="{4DAA8950-D807-4A33-1C5D-674E0B42F685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61" name="Diagrama de flujo: terminador 60">
                  <a:extLst>
                    <a:ext uri="{FF2B5EF4-FFF2-40B4-BE49-F238E27FC236}">
                      <a16:creationId xmlns:a16="http://schemas.microsoft.com/office/drawing/2014/main" id="{33AD2361-2A9D-86E5-A86F-4E4CDE8B0F03}"/>
                    </a:ext>
                  </a:extLst>
                </p:cNvPr>
                <p:cNvSpPr/>
                <p:nvPr/>
              </p:nvSpPr>
              <p:spPr>
                <a:xfrm rot="165214">
                  <a:off x="8174576" y="2510728"/>
                  <a:ext cx="842457" cy="236598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62" name="Conector recto 61">
                  <a:extLst>
                    <a:ext uri="{FF2B5EF4-FFF2-40B4-BE49-F238E27FC236}">
                      <a16:creationId xmlns:a16="http://schemas.microsoft.com/office/drawing/2014/main" id="{8DF98ACE-EC39-8B88-8FDF-37BC28D5E6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Rectángulo 43">
                <a:extLst>
                  <a:ext uri="{FF2B5EF4-FFF2-40B4-BE49-F238E27FC236}">
                    <a16:creationId xmlns:a16="http://schemas.microsoft.com/office/drawing/2014/main" id="{BE165114-E239-A28F-77CB-F32961C07A54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6" name="Rectángulo 45">
                <a:extLst>
                  <a:ext uri="{FF2B5EF4-FFF2-40B4-BE49-F238E27FC236}">
                    <a16:creationId xmlns:a16="http://schemas.microsoft.com/office/drawing/2014/main" id="{0A1BBD4E-D151-DC26-A96D-5957F5FD6288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7" name="Rectángulo 46">
                <a:extLst>
                  <a:ext uri="{FF2B5EF4-FFF2-40B4-BE49-F238E27FC236}">
                    <a16:creationId xmlns:a16="http://schemas.microsoft.com/office/drawing/2014/main" id="{DBB4DDDE-A61A-99D9-6B92-DD1D00EDEF98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2" name="Rectángulo 51">
                <a:extLst>
                  <a:ext uri="{FF2B5EF4-FFF2-40B4-BE49-F238E27FC236}">
                    <a16:creationId xmlns:a16="http://schemas.microsoft.com/office/drawing/2014/main" id="{0C284A80-9002-5FE2-A214-57C4FF12CFF8}"/>
                  </a:ext>
                </a:extLst>
              </p:cNvPr>
              <p:cNvSpPr/>
              <p:nvPr/>
            </p:nvSpPr>
            <p:spPr>
              <a:xfrm rot="2033707">
                <a:off x="8102982" y="4197580"/>
                <a:ext cx="388150" cy="131654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7" name="Rectángulo 56">
                <a:extLst>
                  <a:ext uri="{FF2B5EF4-FFF2-40B4-BE49-F238E27FC236}">
                    <a16:creationId xmlns:a16="http://schemas.microsoft.com/office/drawing/2014/main" id="{AF95E132-E95A-5CC5-ED8A-3E943AF42BD4}"/>
                  </a:ext>
                </a:extLst>
              </p:cNvPr>
              <p:cNvSpPr/>
              <p:nvPr/>
            </p:nvSpPr>
            <p:spPr>
              <a:xfrm rot="2033707">
                <a:off x="7985680" y="4193293"/>
                <a:ext cx="388150" cy="138952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32" name="Arco 31">
              <a:extLst>
                <a:ext uri="{FF2B5EF4-FFF2-40B4-BE49-F238E27FC236}">
                  <a16:creationId xmlns:a16="http://schemas.microsoft.com/office/drawing/2014/main" id="{23A2B46D-FF85-A0C6-FA2D-3D4E705E19AF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34925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3B085E03-0F86-643D-0B17-5FA6339097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4127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EF3BBF93-9B5E-6C0D-495A-D7C9C654CE83}"/>
              </a:ext>
            </a:extLst>
          </p:cNvPr>
          <p:cNvSpPr/>
          <p:nvPr/>
        </p:nvSpPr>
        <p:spPr>
          <a:xfrm>
            <a:off x="2460150" y="3645647"/>
            <a:ext cx="569102" cy="569102"/>
          </a:xfrm>
          <a:prstGeom prst="roundRect">
            <a:avLst/>
          </a:prstGeom>
          <a:noFill/>
          <a:ln w="28575">
            <a:solidFill>
              <a:srgbClr val="2A3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41B8BE68-BF6D-00B4-A4DA-AB264FE64A71}"/>
              </a:ext>
            </a:extLst>
          </p:cNvPr>
          <p:cNvCxnSpPr>
            <a:cxnSpLocks/>
          </p:cNvCxnSpPr>
          <p:nvPr/>
        </p:nvCxnSpPr>
        <p:spPr>
          <a:xfrm>
            <a:off x="2744701" y="3682528"/>
            <a:ext cx="0" cy="495339"/>
          </a:xfrm>
          <a:prstGeom prst="straightConnector1">
            <a:avLst/>
          </a:prstGeom>
          <a:ln w="38100">
            <a:solidFill>
              <a:srgbClr val="78B39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79B3054-042F-733B-2976-2FF60AC39D23}"/>
              </a:ext>
            </a:extLst>
          </p:cNvPr>
          <p:cNvSpPr/>
          <p:nvPr/>
        </p:nvSpPr>
        <p:spPr>
          <a:xfrm>
            <a:off x="2697464" y="3865809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52FE785C-286E-B85F-9FAB-93135E55E33C}"/>
              </a:ext>
            </a:extLst>
          </p:cNvPr>
          <p:cNvCxnSpPr>
            <a:cxnSpLocks/>
          </p:cNvCxnSpPr>
          <p:nvPr/>
        </p:nvCxnSpPr>
        <p:spPr>
          <a:xfrm>
            <a:off x="2518020" y="3930197"/>
            <a:ext cx="453361" cy="0"/>
          </a:xfrm>
          <a:prstGeom prst="line">
            <a:avLst/>
          </a:prstGeom>
          <a:ln w="60325">
            <a:solidFill>
              <a:srgbClr val="2A31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7125E8B0-77A5-B31C-423E-159C66087B4D}"/>
              </a:ext>
            </a:extLst>
          </p:cNvPr>
          <p:cNvSpPr/>
          <p:nvPr/>
        </p:nvSpPr>
        <p:spPr>
          <a:xfrm>
            <a:off x="1797138" y="2460284"/>
            <a:ext cx="3057338" cy="342598"/>
          </a:xfrm>
          <a:prstGeom prst="rect">
            <a:avLst/>
          </a:prstGeom>
          <a:solidFill>
            <a:srgbClr val="8BFA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FRENO OK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172D8397-A145-CA24-7290-B474847BB72F}"/>
              </a:ext>
            </a:extLst>
          </p:cNvPr>
          <p:cNvSpPr/>
          <p:nvPr/>
        </p:nvSpPr>
        <p:spPr>
          <a:xfrm>
            <a:off x="1797138" y="4353412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7369AA80-5556-9675-9D2A-FB8E54F3D30D}"/>
              </a:ext>
            </a:extLst>
          </p:cNvPr>
          <p:cNvSpPr txBox="1"/>
          <p:nvPr/>
        </p:nvSpPr>
        <p:spPr>
          <a:xfrm>
            <a:off x="2217825" y="4382814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Balanza</a:t>
            </a:r>
          </a:p>
        </p:txBody>
      </p:sp>
      <p:pic>
        <p:nvPicPr>
          <p:cNvPr id="81" name="Picture 2">
            <a:extLst>
              <a:ext uri="{FF2B5EF4-FFF2-40B4-BE49-F238E27FC236}">
                <a16:creationId xmlns:a16="http://schemas.microsoft.com/office/drawing/2014/main" id="{D30C3326-786C-4BC4-5EB6-05DE5DD959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1971189" y="3784711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CuadroTexto 1044">
            <a:extLst>
              <a:ext uri="{FF2B5EF4-FFF2-40B4-BE49-F238E27FC236}">
                <a16:creationId xmlns:a16="http://schemas.microsoft.com/office/drawing/2014/main" id="{F9FDE4F3-EEC2-3473-323B-9502A58A65B2}"/>
              </a:ext>
            </a:extLst>
          </p:cNvPr>
          <p:cNvSpPr txBox="1"/>
          <p:nvPr/>
        </p:nvSpPr>
        <p:spPr>
          <a:xfrm>
            <a:off x="3426920" y="2992838"/>
            <a:ext cx="68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49º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46" name="CuadroTexto 1045">
            <a:extLst>
              <a:ext uri="{FF2B5EF4-FFF2-40B4-BE49-F238E27FC236}">
                <a16:creationId xmlns:a16="http://schemas.microsoft.com/office/drawing/2014/main" id="{D08B423F-85A1-A32C-950A-787C3387B805}"/>
              </a:ext>
            </a:extLst>
          </p:cNvPr>
          <p:cNvSpPr txBox="1"/>
          <p:nvPr/>
        </p:nvSpPr>
        <p:spPr>
          <a:xfrm>
            <a:off x="3165471" y="3623148"/>
            <a:ext cx="137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POSICIÓN </a:t>
            </a:r>
          </a:p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SEGURA</a:t>
            </a:r>
            <a:endParaRPr lang="es-E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048" name="CuadroTexto 1047">
            <a:extLst>
              <a:ext uri="{FF2B5EF4-FFF2-40B4-BE49-F238E27FC236}">
                <a16:creationId xmlns:a16="http://schemas.microsoft.com/office/drawing/2014/main" id="{607C500C-EDD4-F06A-4A18-095828C60039}"/>
              </a:ext>
            </a:extLst>
          </p:cNvPr>
          <p:cNvSpPr txBox="1"/>
          <p:nvPr/>
        </p:nvSpPr>
        <p:spPr>
          <a:xfrm>
            <a:off x="3929507" y="4380745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Apagar</a:t>
            </a:r>
          </a:p>
        </p:txBody>
      </p:sp>
      <p:sp>
        <p:nvSpPr>
          <p:cNvPr id="1052" name="Rectángulo 1051">
            <a:extLst>
              <a:ext uri="{FF2B5EF4-FFF2-40B4-BE49-F238E27FC236}">
                <a16:creationId xmlns:a16="http://schemas.microsoft.com/office/drawing/2014/main" id="{F7023A50-483C-1527-6811-B0CC0C87FE72}"/>
              </a:ext>
            </a:extLst>
          </p:cNvPr>
          <p:cNvSpPr/>
          <p:nvPr/>
        </p:nvSpPr>
        <p:spPr>
          <a:xfrm>
            <a:off x="1908975" y="442090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7" name="CuadroTexto 1046">
            <a:extLst>
              <a:ext uri="{FF2B5EF4-FFF2-40B4-BE49-F238E27FC236}">
                <a16:creationId xmlns:a16="http://schemas.microsoft.com/office/drawing/2014/main" id="{16C621BB-27C2-FAF0-D6FC-56CE74B35071}"/>
              </a:ext>
            </a:extLst>
          </p:cNvPr>
          <p:cNvSpPr txBox="1"/>
          <p:nvPr/>
        </p:nvSpPr>
        <p:spPr>
          <a:xfrm>
            <a:off x="1892007" y="4375541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1053" name="Rectángulo 1052">
            <a:extLst>
              <a:ext uri="{FF2B5EF4-FFF2-40B4-BE49-F238E27FC236}">
                <a16:creationId xmlns:a16="http://schemas.microsoft.com/office/drawing/2014/main" id="{CAA7C6D7-CB99-C62C-0AEA-20D9AB1FEE6D}"/>
              </a:ext>
            </a:extLst>
          </p:cNvPr>
          <p:cNvSpPr/>
          <p:nvPr/>
        </p:nvSpPr>
        <p:spPr>
          <a:xfrm>
            <a:off x="3688150" y="4423224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49" name="CuadroTexto 1048">
            <a:extLst>
              <a:ext uri="{FF2B5EF4-FFF2-40B4-BE49-F238E27FC236}">
                <a16:creationId xmlns:a16="http://schemas.microsoft.com/office/drawing/2014/main" id="{A41492A3-F03D-CC3E-5E9B-9AFC69D1B1E6}"/>
              </a:ext>
            </a:extLst>
          </p:cNvPr>
          <p:cNvSpPr txBox="1"/>
          <p:nvPr/>
        </p:nvSpPr>
        <p:spPr>
          <a:xfrm>
            <a:off x="3668766" y="4372668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B07283B6-83E7-5FE2-DE09-644EF8EFF0BD}"/>
              </a:ext>
            </a:extLst>
          </p:cNvPr>
          <p:cNvGrpSpPr/>
          <p:nvPr/>
        </p:nvGrpSpPr>
        <p:grpSpPr>
          <a:xfrm>
            <a:off x="6487187" y="2294735"/>
            <a:ext cx="4286848" cy="2553056"/>
            <a:chOff x="6110886" y="881614"/>
            <a:chExt cx="4286848" cy="2553056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3CDD975-4396-9F32-2ABA-40B3D896D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AA1806DA-4721-C27A-B91E-7D2B09F55159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79E5D97-F499-5BC4-26D6-5FCFEA42705B}"/>
              </a:ext>
            </a:extLst>
          </p:cNvPr>
          <p:cNvGrpSpPr/>
          <p:nvPr/>
        </p:nvGrpSpPr>
        <p:grpSpPr>
          <a:xfrm>
            <a:off x="7863556" y="2936582"/>
            <a:ext cx="863464" cy="863464"/>
            <a:chOff x="7000740" y="3212616"/>
            <a:chExt cx="2486470" cy="2486470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E329547D-2EEB-DE39-0907-164949BECA6B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026889BF-D6E6-C21A-74F4-002BC0FB2BEC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43" name="Elipse 42">
                  <a:extLst>
                    <a:ext uri="{FF2B5EF4-FFF2-40B4-BE49-F238E27FC236}">
                      <a16:creationId xmlns:a16="http://schemas.microsoft.com/office/drawing/2014/main" id="{25C356B6-91F2-5A80-A09C-8BFF513E0FCC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45" name="Grupo 44">
                  <a:extLst>
                    <a:ext uri="{FF2B5EF4-FFF2-40B4-BE49-F238E27FC236}">
                      <a16:creationId xmlns:a16="http://schemas.microsoft.com/office/drawing/2014/main" id="{89F1ECD0-17A6-FAE1-DE84-55E0F6FCFDFF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50" name="Diagrama de flujo: terminador 49">
                    <a:extLst>
                      <a:ext uri="{FF2B5EF4-FFF2-40B4-BE49-F238E27FC236}">
                        <a16:creationId xmlns:a16="http://schemas.microsoft.com/office/drawing/2014/main" id="{F121A5CB-9690-3D22-C4B2-7FB3556D34A3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51" name="Trapecio 50">
                    <a:extLst>
                      <a:ext uri="{FF2B5EF4-FFF2-40B4-BE49-F238E27FC236}">
                        <a16:creationId xmlns:a16="http://schemas.microsoft.com/office/drawing/2014/main" id="{281349F2-27F3-0757-60AF-4F58265FC300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48" name="Diagrama de flujo: terminador 47">
                  <a:extLst>
                    <a:ext uri="{FF2B5EF4-FFF2-40B4-BE49-F238E27FC236}">
                      <a16:creationId xmlns:a16="http://schemas.microsoft.com/office/drawing/2014/main" id="{B1016175-67FF-2912-B6AE-565117D713E3}"/>
                    </a:ext>
                  </a:extLst>
                </p:cNvPr>
                <p:cNvSpPr/>
                <p:nvPr/>
              </p:nvSpPr>
              <p:spPr>
                <a:xfrm rot="165214">
                  <a:off x="8174576" y="2510728"/>
                  <a:ext cx="842457" cy="236598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49" name="Conector recto 48">
                  <a:extLst>
                    <a:ext uri="{FF2B5EF4-FFF2-40B4-BE49-F238E27FC236}">
                      <a16:creationId xmlns:a16="http://schemas.microsoft.com/office/drawing/2014/main" id="{70064C85-D013-B457-4DD4-B91513DD7E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CBB9C329-96B1-0B71-AE12-EBCAF0224D6A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3E1D1746-906B-13DC-9CDC-F56C5A757D81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B59C732D-32A6-519C-941E-A00EA30F9240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FDF62D7D-EBEF-6582-667E-7335EF8F47B9}"/>
                  </a:ext>
                </a:extLst>
              </p:cNvPr>
              <p:cNvSpPr/>
              <p:nvPr/>
            </p:nvSpPr>
            <p:spPr>
              <a:xfrm rot="2033707">
                <a:off x="8102982" y="4197580"/>
                <a:ext cx="388150" cy="131654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B063144F-FCDC-3639-7D19-D4DBF9C60D5A}"/>
                  </a:ext>
                </a:extLst>
              </p:cNvPr>
              <p:cNvSpPr/>
              <p:nvPr/>
            </p:nvSpPr>
            <p:spPr>
              <a:xfrm rot="2033707">
                <a:off x="7985680" y="4193293"/>
                <a:ext cx="388150" cy="138952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7" name="Arco 16">
              <a:extLst>
                <a:ext uri="{FF2B5EF4-FFF2-40B4-BE49-F238E27FC236}">
                  <a16:creationId xmlns:a16="http://schemas.microsoft.com/office/drawing/2014/main" id="{2546D7B0-4ABA-D620-8E52-B13D3192E854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34925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1C11DC9D-A09B-8A84-26A8-B5DD1C95E7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4127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C5BB5FDF-D9D4-5CEF-20A8-6A35D5D41E89}"/>
              </a:ext>
            </a:extLst>
          </p:cNvPr>
          <p:cNvSpPr/>
          <p:nvPr/>
        </p:nvSpPr>
        <p:spPr>
          <a:xfrm>
            <a:off x="7948544" y="3645647"/>
            <a:ext cx="569102" cy="569102"/>
          </a:xfrm>
          <a:prstGeom prst="roundRect">
            <a:avLst/>
          </a:prstGeom>
          <a:noFill/>
          <a:ln w="28575">
            <a:solidFill>
              <a:srgbClr val="2A3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44AAD6DF-7A5D-3710-EFF7-00990A3B7922}"/>
              </a:ext>
            </a:extLst>
          </p:cNvPr>
          <p:cNvCxnSpPr>
            <a:cxnSpLocks/>
          </p:cNvCxnSpPr>
          <p:nvPr/>
        </p:nvCxnSpPr>
        <p:spPr>
          <a:xfrm>
            <a:off x="8233095" y="3682528"/>
            <a:ext cx="0" cy="495339"/>
          </a:xfrm>
          <a:prstGeom prst="straightConnector1">
            <a:avLst/>
          </a:prstGeom>
          <a:ln w="38100">
            <a:solidFill>
              <a:srgbClr val="78B39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ángulo 54">
            <a:extLst>
              <a:ext uri="{FF2B5EF4-FFF2-40B4-BE49-F238E27FC236}">
                <a16:creationId xmlns:a16="http://schemas.microsoft.com/office/drawing/2014/main" id="{D4F95F83-77D1-D995-E3B9-1C67055E3A2E}"/>
              </a:ext>
            </a:extLst>
          </p:cNvPr>
          <p:cNvSpPr/>
          <p:nvPr/>
        </p:nvSpPr>
        <p:spPr>
          <a:xfrm>
            <a:off x="8185858" y="3865809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FD1813BB-9FEB-AA5E-E5E8-2DA6256D3BA9}"/>
              </a:ext>
            </a:extLst>
          </p:cNvPr>
          <p:cNvCxnSpPr>
            <a:cxnSpLocks/>
          </p:cNvCxnSpPr>
          <p:nvPr/>
        </p:nvCxnSpPr>
        <p:spPr>
          <a:xfrm>
            <a:off x="8006414" y="3930197"/>
            <a:ext cx="453361" cy="0"/>
          </a:xfrm>
          <a:prstGeom prst="line">
            <a:avLst/>
          </a:prstGeom>
          <a:ln w="60325">
            <a:solidFill>
              <a:srgbClr val="2A31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F0D0F24-FAC0-0F4B-9A26-743D8138FBFF}"/>
              </a:ext>
            </a:extLst>
          </p:cNvPr>
          <p:cNvSpPr/>
          <p:nvPr/>
        </p:nvSpPr>
        <p:spPr>
          <a:xfrm>
            <a:off x="7291404" y="2448572"/>
            <a:ext cx="3051466" cy="3425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REVISAR FRENO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7B40CE97-971B-D869-8120-239E3CD69F15}"/>
              </a:ext>
            </a:extLst>
          </p:cNvPr>
          <p:cNvSpPr/>
          <p:nvPr/>
        </p:nvSpPr>
        <p:spPr>
          <a:xfrm>
            <a:off x="7285532" y="4353412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C7D876BA-35CE-250A-93C6-FC11C8946C28}"/>
              </a:ext>
            </a:extLst>
          </p:cNvPr>
          <p:cNvSpPr txBox="1"/>
          <p:nvPr/>
        </p:nvSpPr>
        <p:spPr>
          <a:xfrm>
            <a:off x="7706219" y="4382814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Balanza</a:t>
            </a:r>
          </a:p>
        </p:txBody>
      </p:sp>
      <p:pic>
        <p:nvPicPr>
          <p:cNvPr id="72" name="Picture 2">
            <a:extLst>
              <a:ext uri="{FF2B5EF4-FFF2-40B4-BE49-F238E27FC236}">
                <a16:creationId xmlns:a16="http://schemas.microsoft.com/office/drawing/2014/main" id="{30265868-54CD-1308-75EB-C29FD5923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7459583" y="3784711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CuadroTexto 72">
            <a:extLst>
              <a:ext uri="{FF2B5EF4-FFF2-40B4-BE49-F238E27FC236}">
                <a16:creationId xmlns:a16="http://schemas.microsoft.com/office/drawing/2014/main" id="{06205748-0112-63BE-11D8-2F19746FCC17}"/>
              </a:ext>
            </a:extLst>
          </p:cNvPr>
          <p:cNvSpPr txBox="1"/>
          <p:nvPr/>
        </p:nvSpPr>
        <p:spPr>
          <a:xfrm>
            <a:off x="8915314" y="2992838"/>
            <a:ext cx="68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49º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BAFB84ED-B0EC-AF36-A321-A9EBE68D3D94}"/>
              </a:ext>
            </a:extLst>
          </p:cNvPr>
          <p:cNvSpPr txBox="1"/>
          <p:nvPr/>
        </p:nvSpPr>
        <p:spPr>
          <a:xfrm>
            <a:off x="8653865" y="3623148"/>
            <a:ext cx="137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POSICIÓN </a:t>
            </a:r>
          </a:p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SEGURA</a:t>
            </a:r>
            <a:endParaRPr lang="es-E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B0776D14-61DB-7ABE-095A-0F36A023287B}"/>
              </a:ext>
            </a:extLst>
          </p:cNvPr>
          <p:cNvSpPr txBox="1"/>
          <p:nvPr/>
        </p:nvSpPr>
        <p:spPr>
          <a:xfrm>
            <a:off x="9417901" y="4380745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Apagar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3FEB4892-E868-E49E-37D0-C9DD8235DC5F}"/>
              </a:ext>
            </a:extLst>
          </p:cNvPr>
          <p:cNvSpPr/>
          <p:nvPr/>
        </p:nvSpPr>
        <p:spPr>
          <a:xfrm>
            <a:off x="7397369" y="442090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405179F1-7113-0402-3F44-FF37C760FD1E}"/>
              </a:ext>
            </a:extLst>
          </p:cNvPr>
          <p:cNvSpPr txBox="1"/>
          <p:nvPr/>
        </p:nvSpPr>
        <p:spPr>
          <a:xfrm>
            <a:off x="7380401" y="4375541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6A14F77D-ACE8-D10D-6D33-3DB81D404824}"/>
              </a:ext>
            </a:extLst>
          </p:cNvPr>
          <p:cNvSpPr/>
          <p:nvPr/>
        </p:nvSpPr>
        <p:spPr>
          <a:xfrm>
            <a:off x="9176544" y="4423224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460BFD06-F07A-82A5-3DD0-47F5209EAF1A}"/>
              </a:ext>
            </a:extLst>
          </p:cNvPr>
          <p:cNvSpPr txBox="1"/>
          <p:nvPr/>
        </p:nvSpPr>
        <p:spPr>
          <a:xfrm>
            <a:off x="9157160" y="4372668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6C8C8C-12C0-20F7-EF82-0F5742684DBC}"/>
              </a:ext>
            </a:extLst>
          </p:cNvPr>
          <p:cNvSpPr/>
          <p:nvPr/>
        </p:nvSpPr>
        <p:spPr>
          <a:xfrm>
            <a:off x="4279770" y="2489524"/>
            <a:ext cx="529002" cy="272128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48E513-2E14-A133-8AAE-B093DA87CC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770" y="2470981"/>
            <a:ext cx="302110" cy="30211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C889A81-867F-6758-C0DC-B19B4D2753FA}"/>
              </a:ext>
            </a:extLst>
          </p:cNvPr>
          <p:cNvSpPr txBox="1"/>
          <p:nvPr/>
        </p:nvSpPr>
        <p:spPr>
          <a:xfrm>
            <a:off x="4502262" y="2475842"/>
            <a:ext cx="26865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0EA692E-A86A-FCE0-9D36-BBC5A93C4538}"/>
              </a:ext>
            </a:extLst>
          </p:cNvPr>
          <p:cNvSpPr/>
          <p:nvPr/>
        </p:nvSpPr>
        <p:spPr>
          <a:xfrm>
            <a:off x="9768164" y="2465384"/>
            <a:ext cx="529002" cy="272128"/>
          </a:xfrm>
          <a:prstGeom prst="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6C3FBC4-B339-073D-7187-530DBBBEF5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164" y="2446841"/>
            <a:ext cx="302110" cy="30211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F7BD228F-9F40-32E7-C866-BDBA6111B89E}"/>
              </a:ext>
            </a:extLst>
          </p:cNvPr>
          <p:cNvSpPr txBox="1"/>
          <p:nvPr/>
        </p:nvSpPr>
        <p:spPr>
          <a:xfrm>
            <a:off x="9990656" y="2451702"/>
            <a:ext cx="26865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20067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3F331-AB4B-6A92-7381-C71A1DDFA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845A6164-B324-8826-DDEA-40C95628E0EC}"/>
              </a:ext>
            </a:extLst>
          </p:cNvPr>
          <p:cNvGrpSpPr/>
          <p:nvPr/>
        </p:nvGrpSpPr>
        <p:grpSpPr>
          <a:xfrm>
            <a:off x="1512540" y="501914"/>
            <a:ext cx="4286848" cy="2553056"/>
            <a:chOff x="6110886" y="881614"/>
            <a:chExt cx="4286848" cy="2553056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BEEF3947-5D59-7A85-B0F3-649A055E3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65FF2772-E32C-BB12-8E5C-81723BC05433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AEAB914E-8A75-39BA-D3DA-246C2DF52E1A}"/>
              </a:ext>
            </a:extLst>
          </p:cNvPr>
          <p:cNvSpPr/>
          <p:nvPr/>
        </p:nvSpPr>
        <p:spPr>
          <a:xfrm>
            <a:off x="3211211" y="2072988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C284525F-FB79-6359-788B-B7B468110E28}"/>
              </a:ext>
            </a:extLst>
          </p:cNvPr>
          <p:cNvSpPr/>
          <p:nvPr/>
        </p:nvSpPr>
        <p:spPr>
          <a:xfrm>
            <a:off x="2310885" y="652223"/>
            <a:ext cx="3057338" cy="342598"/>
          </a:xfrm>
          <a:prstGeom prst="rect">
            <a:avLst/>
          </a:prstGeom>
          <a:solidFill>
            <a:srgbClr val="EC7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33D611F1-4C20-09BD-12C0-8D63D089B941}"/>
              </a:ext>
            </a:extLst>
          </p:cNvPr>
          <p:cNvSpPr/>
          <p:nvPr/>
        </p:nvSpPr>
        <p:spPr>
          <a:xfrm>
            <a:off x="2310885" y="2560591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4B714EB1-4659-4780-C9E6-3ECF0E369FB3}"/>
              </a:ext>
            </a:extLst>
          </p:cNvPr>
          <p:cNvSpPr txBox="1"/>
          <p:nvPr/>
        </p:nvSpPr>
        <p:spPr>
          <a:xfrm>
            <a:off x="2642191" y="2589993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Guardar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6D0925BC-B4E6-8D33-7BEC-CAAFCE5FC215}"/>
              </a:ext>
            </a:extLst>
          </p:cNvPr>
          <p:cNvSpPr txBox="1"/>
          <p:nvPr/>
        </p:nvSpPr>
        <p:spPr>
          <a:xfrm>
            <a:off x="2010883" y="3090446"/>
            <a:ext cx="36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Pantalla Balanza Resumen</a:t>
            </a:r>
          </a:p>
        </p:txBody>
      </p:sp>
      <p:sp>
        <p:nvSpPr>
          <p:cNvPr id="1045" name="CuadroTexto 1044">
            <a:extLst>
              <a:ext uri="{FF2B5EF4-FFF2-40B4-BE49-F238E27FC236}">
                <a16:creationId xmlns:a16="http://schemas.microsoft.com/office/drawing/2014/main" id="{D35FB379-3DBF-C035-E958-FD411E35A0CE}"/>
              </a:ext>
            </a:extLst>
          </p:cNvPr>
          <p:cNvSpPr txBox="1"/>
          <p:nvPr/>
        </p:nvSpPr>
        <p:spPr>
          <a:xfrm>
            <a:off x="3638116" y="1408383"/>
            <a:ext cx="1190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--,-- kg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48" name="CuadroTexto 1047">
            <a:extLst>
              <a:ext uri="{FF2B5EF4-FFF2-40B4-BE49-F238E27FC236}">
                <a16:creationId xmlns:a16="http://schemas.microsoft.com/office/drawing/2014/main" id="{9B9FE6A3-8194-F04A-D4DE-52F405FD31A8}"/>
              </a:ext>
            </a:extLst>
          </p:cNvPr>
          <p:cNvSpPr txBox="1"/>
          <p:nvPr/>
        </p:nvSpPr>
        <p:spPr>
          <a:xfrm>
            <a:off x="3744254" y="2598848"/>
            <a:ext cx="5703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Cero</a:t>
            </a:r>
          </a:p>
        </p:txBody>
      </p:sp>
      <p:sp>
        <p:nvSpPr>
          <p:cNvPr id="1052" name="Rectángulo 1051">
            <a:extLst>
              <a:ext uri="{FF2B5EF4-FFF2-40B4-BE49-F238E27FC236}">
                <a16:creationId xmlns:a16="http://schemas.microsoft.com/office/drawing/2014/main" id="{C154D035-D29A-2993-825D-D573132580C8}"/>
              </a:ext>
            </a:extLst>
          </p:cNvPr>
          <p:cNvSpPr/>
          <p:nvPr/>
        </p:nvSpPr>
        <p:spPr>
          <a:xfrm>
            <a:off x="2422722" y="2628084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7" name="CuadroTexto 1046">
            <a:extLst>
              <a:ext uri="{FF2B5EF4-FFF2-40B4-BE49-F238E27FC236}">
                <a16:creationId xmlns:a16="http://schemas.microsoft.com/office/drawing/2014/main" id="{73179A90-4252-BEE9-476B-8D610CA22192}"/>
              </a:ext>
            </a:extLst>
          </p:cNvPr>
          <p:cNvSpPr txBox="1"/>
          <p:nvPr/>
        </p:nvSpPr>
        <p:spPr>
          <a:xfrm>
            <a:off x="2405754" y="2582720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1053" name="Rectángulo 1052">
            <a:extLst>
              <a:ext uri="{FF2B5EF4-FFF2-40B4-BE49-F238E27FC236}">
                <a16:creationId xmlns:a16="http://schemas.microsoft.com/office/drawing/2014/main" id="{981176C5-91A5-2AD3-A273-58C1D1C44A08}"/>
              </a:ext>
            </a:extLst>
          </p:cNvPr>
          <p:cNvSpPr/>
          <p:nvPr/>
        </p:nvSpPr>
        <p:spPr>
          <a:xfrm>
            <a:off x="3540840" y="2631728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49" name="CuadroTexto 1048">
            <a:extLst>
              <a:ext uri="{FF2B5EF4-FFF2-40B4-BE49-F238E27FC236}">
                <a16:creationId xmlns:a16="http://schemas.microsoft.com/office/drawing/2014/main" id="{9B0314CE-F625-EEFA-FCB1-CDBEA4A2CDB1}"/>
              </a:ext>
            </a:extLst>
          </p:cNvPr>
          <p:cNvSpPr txBox="1"/>
          <p:nvPr/>
        </p:nvSpPr>
        <p:spPr>
          <a:xfrm>
            <a:off x="3521456" y="2581172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8DA5C8-A122-5E49-AB96-1053732609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2778414" y="1187716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F6DECC2-00A2-5034-9E39-F4671C256CEB}"/>
              </a:ext>
            </a:extLst>
          </p:cNvPr>
          <p:cNvSpPr txBox="1"/>
          <p:nvPr/>
        </p:nvSpPr>
        <p:spPr>
          <a:xfrm>
            <a:off x="3441037" y="1093994"/>
            <a:ext cx="155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Peso actual: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765614D-5F6E-95EF-AA93-E2F6A3BF3ED6}"/>
              </a:ext>
            </a:extLst>
          </p:cNvPr>
          <p:cNvSpPr txBox="1"/>
          <p:nvPr/>
        </p:nvSpPr>
        <p:spPr>
          <a:xfrm>
            <a:off x="4698121" y="2592408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Atrás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12C6E03-570A-7383-CF8D-A676FABF7294}"/>
              </a:ext>
            </a:extLst>
          </p:cNvPr>
          <p:cNvSpPr/>
          <p:nvPr/>
        </p:nvSpPr>
        <p:spPr>
          <a:xfrm>
            <a:off x="4456764" y="2636038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CC64E77-4103-0A0D-D5C6-74132CBB8EA1}"/>
              </a:ext>
            </a:extLst>
          </p:cNvPr>
          <p:cNvSpPr txBox="1"/>
          <p:nvPr/>
        </p:nvSpPr>
        <p:spPr>
          <a:xfrm>
            <a:off x="4437380" y="2595628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4</a:t>
            </a:r>
          </a:p>
        </p:txBody>
      </p:sp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B34D809C-544D-50A7-E8AD-CC058270D88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15442" y="1910758"/>
            <a:ext cx="466708" cy="462576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9E9045BF-D2D3-3E7B-133B-8BEDF575C219}"/>
              </a:ext>
            </a:extLst>
          </p:cNvPr>
          <p:cNvSpPr txBox="1"/>
          <p:nvPr/>
        </p:nvSpPr>
        <p:spPr>
          <a:xfrm>
            <a:off x="3701778" y="2107202"/>
            <a:ext cx="1126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74,3 kg</a:t>
            </a:r>
            <a:endParaRPr lang="es-ES" sz="1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3764B82-C399-ECE3-EB55-D0C886E5D64F}"/>
              </a:ext>
            </a:extLst>
          </p:cNvPr>
          <p:cNvSpPr txBox="1"/>
          <p:nvPr/>
        </p:nvSpPr>
        <p:spPr>
          <a:xfrm>
            <a:off x="3441037" y="1895260"/>
            <a:ext cx="155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Último peso: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0982517-F28B-B70F-C8B7-BB77F9D6F5E5}"/>
              </a:ext>
            </a:extLst>
          </p:cNvPr>
          <p:cNvSpPr txBox="1"/>
          <p:nvPr/>
        </p:nvSpPr>
        <p:spPr>
          <a:xfrm>
            <a:off x="2360307" y="665552"/>
            <a:ext cx="28735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Para pesar, pulse      y aguarde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A76B9ACA-DFF7-9D6B-61CD-AF2B61253CFC}"/>
              </a:ext>
            </a:extLst>
          </p:cNvPr>
          <p:cNvSpPr/>
          <p:nvPr/>
        </p:nvSpPr>
        <p:spPr>
          <a:xfrm>
            <a:off x="3964831" y="718352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4B3DA40-CEDC-80AA-398B-1B572569083E}"/>
              </a:ext>
            </a:extLst>
          </p:cNvPr>
          <p:cNvSpPr txBox="1"/>
          <p:nvPr/>
        </p:nvSpPr>
        <p:spPr>
          <a:xfrm>
            <a:off x="3945447" y="667796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grpSp>
        <p:nvGrpSpPr>
          <p:cNvPr id="1070" name="Grupo 1069">
            <a:extLst>
              <a:ext uri="{FF2B5EF4-FFF2-40B4-BE49-F238E27FC236}">
                <a16:creationId xmlns:a16="http://schemas.microsoft.com/office/drawing/2014/main" id="{7C81361A-3C54-7513-7C09-E5D45CD4452D}"/>
              </a:ext>
            </a:extLst>
          </p:cNvPr>
          <p:cNvGrpSpPr/>
          <p:nvPr/>
        </p:nvGrpSpPr>
        <p:grpSpPr>
          <a:xfrm>
            <a:off x="5965130" y="501914"/>
            <a:ext cx="4286848" cy="2553056"/>
            <a:chOff x="6110886" y="881614"/>
            <a:chExt cx="4286848" cy="2553056"/>
          </a:xfrm>
        </p:grpSpPr>
        <p:pic>
          <p:nvPicPr>
            <p:cNvPr id="1072" name="Imagen 1071">
              <a:extLst>
                <a:ext uri="{FF2B5EF4-FFF2-40B4-BE49-F238E27FC236}">
                  <a16:creationId xmlns:a16="http://schemas.microsoft.com/office/drawing/2014/main" id="{34746A3E-3C1B-C89D-2EAB-50497E8F3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1073" name="Rectángulo 1072">
              <a:extLst>
                <a:ext uri="{FF2B5EF4-FFF2-40B4-BE49-F238E27FC236}">
                  <a16:creationId xmlns:a16="http://schemas.microsoft.com/office/drawing/2014/main" id="{80B9D5FE-F3C9-4DE8-ED66-3FE84A1F5ED7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74" name="Rectángulo 1073">
            <a:extLst>
              <a:ext uri="{FF2B5EF4-FFF2-40B4-BE49-F238E27FC236}">
                <a16:creationId xmlns:a16="http://schemas.microsoft.com/office/drawing/2014/main" id="{05996600-8AA9-2C38-CF88-FE6BFFCDE5CD}"/>
              </a:ext>
            </a:extLst>
          </p:cNvPr>
          <p:cNvSpPr/>
          <p:nvPr/>
        </p:nvSpPr>
        <p:spPr>
          <a:xfrm>
            <a:off x="7663801" y="2072988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75" name="Rectángulo 1074">
            <a:extLst>
              <a:ext uri="{FF2B5EF4-FFF2-40B4-BE49-F238E27FC236}">
                <a16:creationId xmlns:a16="http://schemas.microsoft.com/office/drawing/2014/main" id="{DFADE327-F548-9D04-3F43-2FD75C645393}"/>
              </a:ext>
            </a:extLst>
          </p:cNvPr>
          <p:cNvSpPr/>
          <p:nvPr/>
        </p:nvSpPr>
        <p:spPr>
          <a:xfrm>
            <a:off x="6763475" y="652223"/>
            <a:ext cx="3057338" cy="342598"/>
          </a:xfrm>
          <a:prstGeom prst="rect">
            <a:avLst/>
          </a:prstGeom>
          <a:solidFill>
            <a:srgbClr val="EC7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076" name="Rectángulo 1075">
            <a:extLst>
              <a:ext uri="{FF2B5EF4-FFF2-40B4-BE49-F238E27FC236}">
                <a16:creationId xmlns:a16="http://schemas.microsoft.com/office/drawing/2014/main" id="{6229A396-60C3-14BC-7075-480CA61EBB39}"/>
              </a:ext>
            </a:extLst>
          </p:cNvPr>
          <p:cNvSpPr/>
          <p:nvPr/>
        </p:nvSpPr>
        <p:spPr>
          <a:xfrm>
            <a:off x="6763475" y="2560591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079" name="CuadroTexto 1078">
            <a:extLst>
              <a:ext uri="{FF2B5EF4-FFF2-40B4-BE49-F238E27FC236}">
                <a16:creationId xmlns:a16="http://schemas.microsoft.com/office/drawing/2014/main" id="{4EFB4FE1-F33A-362E-804F-84647DBFC59F}"/>
              </a:ext>
            </a:extLst>
          </p:cNvPr>
          <p:cNvSpPr txBox="1"/>
          <p:nvPr/>
        </p:nvSpPr>
        <p:spPr>
          <a:xfrm>
            <a:off x="7094781" y="2589993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Guardar</a:t>
            </a:r>
          </a:p>
        </p:txBody>
      </p:sp>
      <p:sp>
        <p:nvSpPr>
          <p:cNvPr id="1080" name="CuadroTexto 1079">
            <a:extLst>
              <a:ext uri="{FF2B5EF4-FFF2-40B4-BE49-F238E27FC236}">
                <a16:creationId xmlns:a16="http://schemas.microsoft.com/office/drawing/2014/main" id="{25A49679-FD9D-9FBB-913A-D67A8889B636}"/>
              </a:ext>
            </a:extLst>
          </p:cNvPr>
          <p:cNvSpPr txBox="1"/>
          <p:nvPr/>
        </p:nvSpPr>
        <p:spPr>
          <a:xfrm>
            <a:off x="8090707" y="1408383"/>
            <a:ext cx="112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75,5 kg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85" name="CuadroTexto 1084">
            <a:extLst>
              <a:ext uri="{FF2B5EF4-FFF2-40B4-BE49-F238E27FC236}">
                <a16:creationId xmlns:a16="http://schemas.microsoft.com/office/drawing/2014/main" id="{6DAAA833-DE81-D8FA-C9CF-082382EBE4F6}"/>
              </a:ext>
            </a:extLst>
          </p:cNvPr>
          <p:cNvSpPr txBox="1"/>
          <p:nvPr/>
        </p:nvSpPr>
        <p:spPr>
          <a:xfrm>
            <a:off x="8196844" y="2598848"/>
            <a:ext cx="5703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Cero</a:t>
            </a:r>
          </a:p>
        </p:txBody>
      </p:sp>
      <p:sp>
        <p:nvSpPr>
          <p:cNvPr id="1086" name="Rectángulo 1085">
            <a:extLst>
              <a:ext uri="{FF2B5EF4-FFF2-40B4-BE49-F238E27FC236}">
                <a16:creationId xmlns:a16="http://schemas.microsoft.com/office/drawing/2014/main" id="{A1756A6E-D383-BC27-4D80-7219D2D0D8F5}"/>
              </a:ext>
            </a:extLst>
          </p:cNvPr>
          <p:cNvSpPr/>
          <p:nvPr/>
        </p:nvSpPr>
        <p:spPr>
          <a:xfrm>
            <a:off x="6875312" y="2628084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87" name="CuadroTexto 1086">
            <a:extLst>
              <a:ext uri="{FF2B5EF4-FFF2-40B4-BE49-F238E27FC236}">
                <a16:creationId xmlns:a16="http://schemas.microsoft.com/office/drawing/2014/main" id="{12C7BD10-77FA-820A-89C2-C75BF7C50858}"/>
              </a:ext>
            </a:extLst>
          </p:cNvPr>
          <p:cNvSpPr txBox="1"/>
          <p:nvPr/>
        </p:nvSpPr>
        <p:spPr>
          <a:xfrm>
            <a:off x="6858344" y="2582720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1088" name="Rectángulo 1087">
            <a:extLst>
              <a:ext uri="{FF2B5EF4-FFF2-40B4-BE49-F238E27FC236}">
                <a16:creationId xmlns:a16="http://schemas.microsoft.com/office/drawing/2014/main" id="{DC999711-B38D-250E-4D9A-82CFBDD44274}"/>
              </a:ext>
            </a:extLst>
          </p:cNvPr>
          <p:cNvSpPr/>
          <p:nvPr/>
        </p:nvSpPr>
        <p:spPr>
          <a:xfrm>
            <a:off x="7993430" y="2631728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89" name="CuadroTexto 1088">
            <a:extLst>
              <a:ext uri="{FF2B5EF4-FFF2-40B4-BE49-F238E27FC236}">
                <a16:creationId xmlns:a16="http://schemas.microsoft.com/office/drawing/2014/main" id="{05EA4CBC-1687-27D2-F9C1-A48F0F183DAD}"/>
              </a:ext>
            </a:extLst>
          </p:cNvPr>
          <p:cNvSpPr txBox="1"/>
          <p:nvPr/>
        </p:nvSpPr>
        <p:spPr>
          <a:xfrm>
            <a:off x="7974046" y="2581172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3</a:t>
            </a:r>
          </a:p>
        </p:txBody>
      </p:sp>
      <p:pic>
        <p:nvPicPr>
          <p:cNvPr id="1090" name="Picture 2">
            <a:extLst>
              <a:ext uri="{FF2B5EF4-FFF2-40B4-BE49-F238E27FC236}">
                <a16:creationId xmlns:a16="http://schemas.microsoft.com/office/drawing/2014/main" id="{DB362FA2-204C-5EDE-270D-2568F0C43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7231004" y="1187716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1" name="CuadroTexto 1090">
            <a:extLst>
              <a:ext uri="{FF2B5EF4-FFF2-40B4-BE49-F238E27FC236}">
                <a16:creationId xmlns:a16="http://schemas.microsoft.com/office/drawing/2014/main" id="{C01E8D61-5ED9-E038-DA82-039B2AF17666}"/>
              </a:ext>
            </a:extLst>
          </p:cNvPr>
          <p:cNvSpPr txBox="1"/>
          <p:nvPr/>
        </p:nvSpPr>
        <p:spPr>
          <a:xfrm>
            <a:off x="7893627" y="1093994"/>
            <a:ext cx="155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Peso actual:</a:t>
            </a:r>
          </a:p>
        </p:txBody>
      </p:sp>
      <p:sp>
        <p:nvSpPr>
          <p:cNvPr id="1092" name="CuadroTexto 1091">
            <a:extLst>
              <a:ext uri="{FF2B5EF4-FFF2-40B4-BE49-F238E27FC236}">
                <a16:creationId xmlns:a16="http://schemas.microsoft.com/office/drawing/2014/main" id="{4D169988-A9DA-AEA0-CFE7-D6905A6601C2}"/>
              </a:ext>
            </a:extLst>
          </p:cNvPr>
          <p:cNvSpPr txBox="1"/>
          <p:nvPr/>
        </p:nvSpPr>
        <p:spPr>
          <a:xfrm>
            <a:off x="9150711" y="2592408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Atrás</a:t>
            </a:r>
          </a:p>
        </p:txBody>
      </p:sp>
      <p:sp>
        <p:nvSpPr>
          <p:cNvPr id="1093" name="Rectángulo 1092">
            <a:extLst>
              <a:ext uri="{FF2B5EF4-FFF2-40B4-BE49-F238E27FC236}">
                <a16:creationId xmlns:a16="http://schemas.microsoft.com/office/drawing/2014/main" id="{9CBE7CFF-B995-52D2-0D79-03011D209AEE}"/>
              </a:ext>
            </a:extLst>
          </p:cNvPr>
          <p:cNvSpPr/>
          <p:nvPr/>
        </p:nvSpPr>
        <p:spPr>
          <a:xfrm>
            <a:off x="8909354" y="2636038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94" name="CuadroTexto 1093">
            <a:extLst>
              <a:ext uri="{FF2B5EF4-FFF2-40B4-BE49-F238E27FC236}">
                <a16:creationId xmlns:a16="http://schemas.microsoft.com/office/drawing/2014/main" id="{58471D8D-398D-74A4-7E57-B332081CF9A9}"/>
              </a:ext>
            </a:extLst>
          </p:cNvPr>
          <p:cNvSpPr txBox="1"/>
          <p:nvPr/>
        </p:nvSpPr>
        <p:spPr>
          <a:xfrm>
            <a:off x="8889970" y="2595628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4</a:t>
            </a:r>
          </a:p>
        </p:txBody>
      </p:sp>
      <p:pic>
        <p:nvPicPr>
          <p:cNvPr id="1095" name="Imagen 1094" descr="Icono&#10;&#10;El contenido generado por IA puede ser incorrecto.">
            <a:extLst>
              <a:ext uri="{FF2B5EF4-FFF2-40B4-BE49-F238E27FC236}">
                <a16:creationId xmlns:a16="http://schemas.microsoft.com/office/drawing/2014/main" id="{33E3487A-847C-2DA9-DD3B-D3BE1B474D9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11382" y="1854609"/>
            <a:ext cx="580007" cy="574874"/>
          </a:xfrm>
          <a:prstGeom prst="rect">
            <a:avLst/>
          </a:prstGeom>
        </p:spPr>
      </p:pic>
      <p:sp>
        <p:nvSpPr>
          <p:cNvPr id="1096" name="CuadroTexto 1095">
            <a:extLst>
              <a:ext uri="{FF2B5EF4-FFF2-40B4-BE49-F238E27FC236}">
                <a16:creationId xmlns:a16="http://schemas.microsoft.com/office/drawing/2014/main" id="{F5CFDD38-3A65-5353-EA07-61B2FAE4234F}"/>
              </a:ext>
            </a:extLst>
          </p:cNvPr>
          <p:cNvSpPr txBox="1"/>
          <p:nvPr/>
        </p:nvSpPr>
        <p:spPr>
          <a:xfrm>
            <a:off x="8154368" y="2107202"/>
            <a:ext cx="1126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74,3 kg</a:t>
            </a:r>
            <a:endParaRPr lang="es-ES" sz="1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97" name="CuadroTexto 1096">
            <a:extLst>
              <a:ext uri="{FF2B5EF4-FFF2-40B4-BE49-F238E27FC236}">
                <a16:creationId xmlns:a16="http://schemas.microsoft.com/office/drawing/2014/main" id="{41FA42C4-ED06-C428-74FF-8CD1DF89FB21}"/>
              </a:ext>
            </a:extLst>
          </p:cNvPr>
          <p:cNvSpPr txBox="1"/>
          <p:nvPr/>
        </p:nvSpPr>
        <p:spPr>
          <a:xfrm>
            <a:off x="7893627" y="1895260"/>
            <a:ext cx="155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Último peso:</a:t>
            </a:r>
          </a:p>
        </p:txBody>
      </p:sp>
      <p:sp>
        <p:nvSpPr>
          <p:cNvPr id="1098" name="CuadroTexto 1097">
            <a:extLst>
              <a:ext uri="{FF2B5EF4-FFF2-40B4-BE49-F238E27FC236}">
                <a16:creationId xmlns:a16="http://schemas.microsoft.com/office/drawing/2014/main" id="{2850C90D-7DC3-E53F-A304-CCDDD93AEF0F}"/>
              </a:ext>
            </a:extLst>
          </p:cNvPr>
          <p:cNvSpPr txBox="1"/>
          <p:nvPr/>
        </p:nvSpPr>
        <p:spPr>
          <a:xfrm>
            <a:off x="6812897" y="665552"/>
            <a:ext cx="28735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Para pesar, pulse      y aguarde</a:t>
            </a:r>
          </a:p>
        </p:txBody>
      </p:sp>
      <p:sp>
        <p:nvSpPr>
          <p:cNvPr id="1099" name="Rectángulo 1098">
            <a:extLst>
              <a:ext uri="{FF2B5EF4-FFF2-40B4-BE49-F238E27FC236}">
                <a16:creationId xmlns:a16="http://schemas.microsoft.com/office/drawing/2014/main" id="{643576D8-65A2-ED25-7584-4B1104DD0D67}"/>
              </a:ext>
            </a:extLst>
          </p:cNvPr>
          <p:cNvSpPr/>
          <p:nvPr/>
        </p:nvSpPr>
        <p:spPr>
          <a:xfrm>
            <a:off x="8417421" y="718352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00" name="CuadroTexto 1099">
            <a:extLst>
              <a:ext uri="{FF2B5EF4-FFF2-40B4-BE49-F238E27FC236}">
                <a16:creationId xmlns:a16="http://schemas.microsoft.com/office/drawing/2014/main" id="{482EC598-4EE9-298B-CDF0-A7C0E4782981}"/>
              </a:ext>
            </a:extLst>
          </p:cNvPr>
          <p:cNvSpPr txBox="1"/>
          <p:nvPr/>
        </p:nvSpPr>
        <p:spPr>
          <a:xfrm>
            <a:off x="8398037" y="667796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1101" name="Rectángulo 1100">
            <a:extLst>
              <a:ext uri="{FF2B5EF4-FFF2-40B4-BE49-F238E27FC236}">
                <a16:creationId xmlns:a16="http://schemas.microsoft.com/office/drawing/2014/main" id="{B89D8F8D-B29C-D2F1-D768-24CEDACA0F39}"/>
              </a:ext>
            </a:extLst>
          </p:cNvPr>
          <p:cNvSpPr/>
          <p:nvPr/>
        </p:nvSpPr>
        <p:spPr>
          <a:xfrm>
            <a:off x="6770801" y="1000219"/>
            <a:ext cx="3057338" cy="156495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pic>
        <p:nvPicPr>
          <p:cNvPr id="1102" name="Imagen 1101">
            <a:extLst>
              <a:ext uri="{FF2B5EF4-FFF2-40B4-BE49-F238E27FC236}">
                <a16:creationId xmlns:a16="http://schemas.microsoft.com/office/drawing/2014/main" id="{02E4AA0A-3415-5970-8680-F63A75EF29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51" y="1233213"/>
            <a:ext cx="341371" cy="341371"/>
          </a:xfrm>
          <a:prstGeom prst="rect">
            <a:avLst/>
          </a:prstGeom>
        </p:spPr>
      </p:pic>
      <p:sp>
        <p:nvSpPr>
          <p:cNvPr id="1103" name="CuadroTexto 1102">
            <a:extLst>
              <a:ext uri="{FF2B5EF4-FFF2-40B4-BE49-F238E27FC236}">
                <a16:creationId xmlns:a16="http://schemas.microsoft.com/office/drawing/2014/main" id="{6E934B1F-C94D-7FC8-3717-AAA32D129CC9}"/>
              </a:ext>
            </a:extLst>
          </p:cNvPr>
          <p:cNvSpPr txBox="1"/>
          <p:nvPr/>
        </p:nvSpPr>
        <p:spPr>
          <a:xfrm>
            <a:off x="7816842" y="1250236"/>
            <a:ext cx="12606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B4E986A-42EF-7356-AE45-1FFDC7D402D4}"/>
              </a:ext>
            </a:extLst>
          </p:cNvPr>
          <p:cNvGrpSpPr/>
          <p:nvPr/>
        </p:nvGrpSpPr>
        <p:grpSpPr>
          <a:xfrm>
            <a:off x="1517899" y="3540071"/>
            <a:ext cx="4286848" cy="2553056"/>
            <a:chOff x="6110886" y="881614"/>
            <a:chExt cx="4286848" cy="2553056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F4EFDE76-4F91-4703-AAD9-97761DEDD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7FA0CE4-ACE8-4589-378B-76C3F22D2B9E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F9C24A1C-E0BC-9C62-A07C-927CDBF8CF4C}"/>
              </a:ext>
            </a:extLst>
          </p:cNvPr>
          <p:cNvSpPr/>
          <p:nvPr/>
        </p:nvSpPr>
        <p:spPr>
          <a:xfrm>
            <a:off x="2316244" y="3690380"/>
            <a:ext cx="3057338" cy="3425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F8BCF94-8BA9-1F70-44AE-7A2F3420A527}"/>
              </a:ext>
            </a:extLst>
          </p:cNvPr>
          <p:cNvSpPr/>
          <p:nvPr/>
        </p:nvSpPr>
        <p:spPr>
          <a:xfrm>
            <a:off x="2316244" y="5598748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C0346E5-6C5D-1840-6895-B9382A57F3BD}"/>
              </a:ext>
            </a:extLst>
          </p:cNvPr>
          <p:cNvSpPr txBox="1"/>
          <p:nvPr/>
        </p:nvSpPr>
        <p:spPr>
          <a:xfrm>
            <a:off x="2647550" y="5628150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Guardar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13388F9-E988-6BCD-FDD6-34BEF3729BF0}"/>
              </a:ext>
            </a:extLst>
          </p:cNvPr>
          <p:cNvSpPr txBox="1"/>
          <p:nvPr/>
        </p:nvSpPr>
        <p:spPr>
          <a:xfrm>
            <a:off x="3643475" y="4505052"/>
            <a:ext cx="1227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--,-- kg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948BC2-ABFE-1E37-17A7-503304CF4E6C}"/>
              </a:ext>
            </a:extLst>
          </p:cNvPr>
          <p:cNvSpPr txBox="1"/>
          <p:nvPr/>
        </p:nvSpPr>
        <p:spPr>
          <a:xfrm>
            <a:off x="3749613" y="5637005"/>
            <a:ext cx="5703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Cero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5DF3AA3-F8B1-A679-206A-3A187723E1AF}"/>
              </a:ext>
            </a:extLst>
          </p:cNvPr>
          <p:cNvSpPr/>
          <p:nvPr/>
        </p:nvSpPr>
        <p:spPr>
          <a:xfrm>
            <a:off x="2428081" y="5666241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91C9E5F-0B9B-795C-E672-5804B89612BA}"/>
              </a:ext>
            </a:extLst>
          </p:cNvPr>
          <p:cNvSpPr txBox="1"/>
          <p:nvPr/>
        </p:nvSpPr>
        <p:spPr>
          <a:xfrm>
            <a:off x="2411113" y="5620877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9977379-F4CA-1FB3-B67F-6BF3EA4E8C52}"/>
              </a:ext>
            </a:extLst>
          </p:cNvPr>
          <p:cNvSpPr/>
          <p:nvPr/>
        </p:nvSpPr>
        <p:spPr>
          <a:xfrm>
            <a:off x="3546199" y="566988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91D6C08-DC2B-AC4E-E669-BFA5D962B5BC}"/>
              </a:ext>
            </a:extLst>
          </p:cNvPr>
          <p:cNvSpPr txBox="1"/>
          <p:nvPr/>
        </p:nvSpPr>
        <p:spPr>
          <a:xfrm>
            <a:off x="3526815" y="5619329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3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D30D1ACD-443F-93EA-0B09-6C571B5CB8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2783773" y="4284385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D97F808-2816-456D-3C89-3F9E717A5E2C}"/>
              </a:ext>
            </a:extLst>
          </p:cNvPr>
          <p:cNvSpPr txBox="1"/>
          <p:nvPr/>
        </p:nvSpPr>
        <p:spPr>
          <a:xfrm>
            <a:off x="3446396" y="4190663"/>
            <a:ext cx="155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Peso actual: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C8D0472-4761-7CDC-1F2B-B2EB330390C9}"/>
              </a:ext>
            </a:extLst>
          </p:cNvPr>
          <p:cNvSpPr txBox="1"/>
          <p:nvPr/>
        </p:nvSpPr>
        <p:spPr>
          <a:xfrm>
            <a:off x="4703480" y="5630565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Atrás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A23D78B-17F8-C84E-E3D8-01D9EBE368ED}"/>
              </a:ext>
            </a:extLst>
          </p:cNvPr>
          <p:cNvSpPr/>
          <p:nvPr/>
        </p:nvSpPr>
        <p:spPr>
          <a:xfrm>
            <a:off x="4462123" y="567419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FA7C2D3-E666-38AB-DEC9-12EF0E92658F}"/>
              </a:ext>
            </a:extLst>
          </p:cNvPr>
          <p:cNvSpPr txBox="1"/>
          <p:nvPr/>
        </p:nvSpPr>
        <p:spPr>
          <a:xfrm>
            <a:off x="4442739" y="5633785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4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879BAFD-5C63-2C9D-E094-9ABA11C22A76}"/>
              </a:ext>
            </a:extLst>
          </p:cNvPr>
          <p:cNvSpPr txBox="1"/>
          <p:nvPr/>
        </p:nvSpPr>
        <p:spPr>
          <a:xfrm>
            <a:off x="3362819" y="3703709"/>
            <a:ext cx="12606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PESANDO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1759778-E3FE-34EC-E635-B3E10BE4E00C}"/>
              </a:ext>
            </a:extLst>
          </p:cNvPr>
          <p:cNvSpPr txBox="1"/>
          <p:nvPr/>
        </p:nvSpPr>
        <p:spPr>
          <a:xfrm>
            <a:off x="2647084" y="4921102"/>
            <a:ext cx="2496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NO MUEVA AL PACIENTE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FBC8A0E-20DB-6CE0-0DFF-E92D737751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412" y="5232099"/>
            <a:ext cx="341371" cy="341371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A55DB4B2-67C7-F00D-6ADC-4349C7F879A3}"/>
              </a:ext>
            </a:extLst>
          </p:cNvPr>
          <p:cNvSpPr txBox="1"/>
          <p:nvPr/>
        </p:nvSpPr>
        <p:spPr>
          <a:xfrm rot="895685">
            <a:off x="4709013" y="4483115"/>
            <a:ext cx="684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highlight>
                  <a:srgbClr val="FFFF00"/>
                </a:highlight>
                <a:cs typeface="Arial" panose="020B0604020202020204" pitchFamily="34" charset="0"/>
              </a:rPr>
              <a:t>(titila)</a:t>
            </a: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5307A6FB-2CB7-5DDB-5B0C-4D552337AB3B}"/>
              </a:ext>
            </a:extLst>
          </p:cNvPr>
          <p:cNvGrpSpPr/>
          <p:nvPr/>
        </p:nvGrpSpPr>
        <p:grpSpPr>
          <a:xfrm>
            <a:off x="5965130" y="3540071"/>
            <a:ext cx="4286848" cy="2553056"/>
            <a:chOff x="6110886" y="881614"/>
            <a:chExt cx="4286848" cy="2553056"/>
          </a:xfrm>
        </p:grpSpPr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96E84B6A-7711-43CC-4DF7-8981F7C4E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2D89C8C4-7C5A-056C-8841-2677DDDCC32B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86" name="Rectángulo 85">
            <a:extLst>
              <a:ext uri="{FF2B5EF4-FFF2-40B4-BE49-F238E27FC236}">
                <a16:creationId xmlns:a16="http://schemas.microsoft.com/office/drawing/2014/main" id="{ECFEFF30-3718-B7CA-330B-3D7D74F5B8A0}"/>
              </a:ext>
            </a:extLst>
          </p:cNvPr>
          <p:cNvSpPr/>
          <p:nvPr/>
        </p:nvSpPr>
        <p:spPr>
          <a:xfrm>
            <a:off x="6763475" y="3690380"/>
            <a:ext cx="3057338" cy="342598"/>
          </a:xfrm>
          <a:prstGeom prst="rect">
            <a:avLst/>
          </a:prstGeom>
          <a:solidFill>
            <a:srgbClr val="8BFA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483B0DB9-6B57-A658-F3B9-2C5C735F2AD5}"/>
              </a:ext>
            </a:extLst>
          </p:cNvPr>
          <p:cNvSpPr/>
          <p:nvPr/>
        </p:nvSpPr>
        <p:spPr>
          <a:xfrm>
            <a:off x="6763475" y="5598748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F4C9638A-190B-8DB6-EB3D-E2CBAA8F5C25}"/>
              </a:ext>
            </a:extLst>
          </p:cNvPr>
          <p:cNvSpPr txBox="1"/>
          <p:nvPr/>
        </p:nvSpPr>
        <p:spPr>
          <a:xfrm>
            <a:off x="7094781" y="5628150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Guardar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8C545A4E-6DEF-D6D7-F316-21D6FEBC5F4A}"/>
              </a:ext>
            </a:extLst>
          </p:cNvPr>
          <p:cNvSpPr txBox="1"/>
          <p:nvPr/>
        </p:nvSpPr>
        <p:spPr>
          <a:xfrm>
            <a:off x="8090706" y="4457922"/>
            <a:ext cx="1227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75,5 kg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5DDBBEC4-DA60-F32A-8D08-8088965DD432}"/>
              </a:ext>
            </a:extLst>
          </p:cNvPr>
          <p:cNvSpPr txBox="1"/>
          <p:nvPr/>
        </p:nvSpPr>
        <p:spPr>
          <a:xfrm>
            <a:off x="8196844" y="5637005"/>
            <a:ext cx="5703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Cero</a:t>
            </a: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96001B07-30E0-791A-24DD-2924F3C7C3EC}"/>
              </a:ext>
            </a:extLst>
          </p:cNvPr>
          <p:cNvSpPr/>
          <p:nvPr/>
        </p:nvSpPr>
        <p:spPr>
          <a:xfrm>
            <a:off x="6875312" y="5666241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F9631B5A-4521-0B2C-DAD3-CB1F23007134}"/>
              </a:ext>
            </a:extLst>
          </p:cNvPr>
          <p:cNvSpPr txBox="1"/>
          <p:nvPr/>
        </p:nvSpPr>
        <p:spPr>
          <a:xfrm>
            <a:off x="6858344" y="5620877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9284D9CD-F141-74E9-82C2-49688E09694A}"/>
              </a:ext>
            </a:extLst>
          </p:cNvPr>
          <p:cNvSpPr/>
          <p:nvPr/>
        </p:nvSpPr>
        <p:spPr>
          <a:xfrm>
            <a:off x="7993430" y="566988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AE297087-15A7-83C5-4C4F-67E7003B6D07}"/>
              </a:ext>
            </a:extLst>
          </p:cNvPr>
          <p:cNvSpPr txBox="1"/>
          <p:nvPr/>
        </p:nvSpPr>
        <p:spPr>
          <a:xfrm>
            <a:off x="7974046" y="5619329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3</a:t>
            </a:r>
          </a:p>
        </p:txBody>
      </p:sp>
      <p:pic>
        <p:nvPicPr>
          <p:cNvPr id="111" name="Picture 2">
            <a:extLst>
              <a:ext uri="{FF2B5EF4-FFF2-40B4-BE49-F238E27FC236}">
                <a16:creationId xmlns:a16="http://schemas.microsoft.com/office/drawing/2014/main" id="{494A846C-C3D4-80AD-F262-B971721DD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7231004" y="4237255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CuadroTexto 111">
            <a:extLst>
              <a:ext uri="{FF2B5EF4-FFF2-40B4-BE49-F238E27FC236}">
                <a16:creationId xmlns:a16="http://schemas.microsoft.com/office/drawing/2014/main" id="{2EC57EBD-558F-0686-E217-6EACF3E86378}"/>
              </a:ext>
            </a:extLst>
          </p:cNvPr>
          <p:cNvSpPr txBox="1"/>
          <p:nvPr/>
        </p:nvSpPr>
        <p:spPr>
          <a:xfrm>
            <a:off x="7893627" y="4143533"/>
            <a:ext cx="155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Peso actual:</a:t>
            </a: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D6B11EC3-D525-B0DA-D7F4-11C738879E55}"/>
              </a:ext>
            </a:extLst>
          </p:cNvPr>
          <p:cNvSpPr txBox="1"/>
          <p:nvPr/>
        </p:nvSpPr>
        <p:spPr>
          <a:xfrm>
            <a:off x="9150711" y="5630565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Atrás</a:t>
            </a:r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B23BFAAF-0101-3252-399A-744A458EEF6F}"/>
              </a:ext>
            </a:extLst>
          </p:cNvPr>
          <p:cNvSpPr/>
          <p:nvPr/>
        </p:nvSpPr>
        <p:spPr>
          <a:xfrm>
            <a:off x="8909354" y="567419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BC6C33B7-B3C2-DF36-5824-176DB50861F5}"/>
              </a:ext>
            </a:extLst>
          </p:cNvPr>
          <p:cNvSpPr txBox="1"/>
          <p:nvPr/>
        </p:nvSpPr>
        <p:spPr>
          <a:xfrm>
            <a:off x="8889970" y="5633785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4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873D0728-EC7B-07F6-BA15-4C4A5B918101}"/>
              </a:ext>
            </a:extLst>
          </p:cNvPr>
          <p:cNvSpPr txBox="1"/>
          <p:nvPr/>
        </p:nvSpPr>
        <p:spPr>
          <a:xfrm>
            <a:off x="7336977" y="3703709"/>
            <a:ext cx="220676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PESAJE COMPLETADO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5DEA7A52-DC69-6131-15A8-291FC16798FB}"/>
              </a:ext>
            </a:extLst>
          </p:cNvPr>
          <p:cNvSpPr txBox="1"/>
          <p:nvPr/>
        </p:nvSpPr>
        <p:spPr>
          <a:xfrm>
            <a:off x="8146823" y="5138396"/>
            <a:ext cx="1126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74,3 kg</a:t>
            </a:r>
            <a:endParaRPr lang="es-ES" sz="1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513EEF8E-C418-4DEB-FF82-B75CE72CB07C}"/>
              </a:ext>
            </a:extLst>
          </p:cNvPr>
          <p:cNvSpPr txBox="1"/>
          <p:nvPr/>
        </p:nvSpPr>
        <p:spPr>
          <a:xfrm>
            <a:off x="7886082" y="4926454"/>
            <a:ext cx="155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Último peso:</a:t>
            </a:r>
          </a:p>
        </p:txBody>
      </p:sp>
      <p:pic>
        <p:nvPicPr>
          <p:cNvPr id="1024" name="Imagen 1023" descr="Icono&#10;&#10;El contenido generado por IA puede ser incorrecto.">
            <a:extLst>
              <a:ext uri="{FF2B5EF4-FFF2-40B4-BE49-F238E27FC236}">
                <a16:creationId xmlns:a16="http://schemas.microsoft.com/office/drawing/2014/main" id="{08113944-5853-BF0A-D7E1-90EDEE33717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87653" y="4987635"/>
            <a:ext cx="466708" cy="462576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0258A456-3BF8-A67A-A48B-A1FFE7773E24}"/>
              </a:ext>
            </a:extLst>
          </p:cNvPr>
          <p:cNvSpPr txBox="1"/>
          <p:nvPr/>
        </p:nvSpPr>
        <p:spPr>
          <a:xfrm>
            <a:off x="342635" y="917932"/>
            <a:ext cx="2319764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origen = CALCULO_PESO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A82CD70-7D26-F118-C031-3EAEC04CEAA6}"/>
              </a:ext>
            </a:extLst>
          </p:cNvPr>
          <p:cNvSpPr txBox="1"/>
          <p:nvPr/>
        </p:nvSpPr>
        <p:spPr>
          <a:xfrm>
            <a:off x="329372" y="1921906"/>
            <a:ext cx="2319764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origen = PESO_MEMORIA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70EE5E74-833F-85D8-6528-5BDBF0F17912}"/>
              </a:ext>
            </a:extLst>
          </p:cNvPr>
          <p:cNvCxnSpPr>
            <a:stCxn id="27" idx="3"/>
            <a:endCxn id="1045" idx="1"/>
          </p:cNvCxnSpPr>
          <p:nvPr/>
        </p:nvCxnSpPr>
        <p:spPr>
          <a:xfrm>
            <a:off x="2662399" y="1087209"/>
            <a:ext cx="975717" cy="4554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C839364-BED8-FD97-DB71-C2AB428A357E}"/>
              </a:ext>
            </a:extLst>
          </p:cNvPr>
          <p:cNvCxnSpPr>
            <a:cxnSpLocks/>
          </p:cNvCxnSpPr>
          <p:nvPr/>
        </p:nvCxnSpPr>
        <p:spPr>
          <a:xfrm>
            <a:off x="2662399" y="2097930"/>
            <a:ext cx="1015246" cy="2167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5873C03-22B2-BE75-04B5-C1810CA53708}"/>
              </a:ext>
            </a:extLst>
          </p:cNvPr>
          <p:cNvSpPr txBox="1"/>
          <p:nvPr/>
        </p:nvSpPr>
        <p:spPr>
          <a:xfrm>
            <a:off x="9281080" y="3178243"/>
            <a:ext cx="2859497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NOTIFY_PESAJE_COMPLETADO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EC3F8A20-4260-4756-3730-F8835E302073}"/>
              </a:ext>
            </a:extLst>
          </p:cNvPr>
          <p:cNvCxnSpPr>
            <a:cxnSpLocks/>
          </p:cNvCxnSpPr>
          <p:nvPr/>
        </p:nvCxnSpPr>
        <p:spPr>
          <a:xfrm flipH="1">
            <a:off x="9590343" y="3569291"/>
            <a:ext cx="1127276" cy="292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1F39E10-BBCB-95F1-3948-01210C786DAB}"/>
              </a:ext>
            </a:extLst>
          </p:cNvPr>
          <p:cNvSpPr txBox="1"/>
          <p:nvPr/>
        </p:nvSpPr>
        <p:spPr>
          <a:xfrm>
            <a:off x="1968411" y="6197662"/>
            <a:ext cx="36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Pantalla Pesando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451EFF5-820B-925D-5737-E6AF1F87D5DA}"/>
              </a:ext>
            </a:extLst>
          </p:cNvPr>
          <p:cNvSpPr txBox="1"/>
          <p:nvPr/>
        </p:nvSpPr>
        <p:spPr>
          <a:xfrm>
            <a:off x="6922455" y="1775588"/>
            <a:ext cx="27393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 CABECERA DEBE ESTAR </a:t>
            </a:r>
          </a:p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 POSICIÓN HORIZONTAL</a:t>
            </a:r>
          </a:p>
        </p:txBody>
      </p:sp>
    </p:spTree>
    <p:extLst>
      <p:ext uri="{BB962C8B-B14F-4D97-AF65-F5344CB8AC3E}">
        <p14:creationId xmlns:p14="http://schemas.microsoft.com/office/powerpoint/2010/main" val="227615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B93E1-9C50-CADF-D213-DF45ACF4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A891B110-BE01-1E95-DAD3-2C87B90E2978}"/>
              </a:ext>
            </a:extLst>
          </p:cNvPr>
          <p:cNvGrpSpPr/>
          <p:nvPr/>
        </p:nvGrpSpPr>
        <p:grpSpPr>
          <a:xfrm>
            <a:off x="1363257" y="501914"/>
            <a:ext cx="4286848" cy="2553056"/>
            <a:chOff x="6110886" y="881614"/>
            <a:chExt cx="4286848" cy="2553056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794F06F4-2F3E-AC4A-B069-4851A6A26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D21DC62-93A6-36CA-F437-7BF34A4EFBD8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72F1123D-FAF0-B383-204F-0708D8EC9DC0}"/>
              </a:ext>
            </a:extLst>
          </p:cNvPr>
          <p:cNvSpPr/>
          <p:nvPr/>
        </p:nvSpPr>
        <p:spPr>
          <a:xfrm>
            <a:off x="3061928" y="2072988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B6413816-54A8-FAB2-E04E-6BA7AEC0066F}"/>
              </a:ext>
            </a:extLst>
          </p:cNvPr>
          <p:cNvSpPr/>
          <p:nvPr/>
        </p:nvSpPr>
        <p:spPr>
          <a:xfrm>
            <a:off x="2161602" y="652223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223FF3A2-D094-057A-2818-ED859CC40DD2}"/>
              </a:ext>
            </a:extLst>
          </p:cNvPr>
          <p:cNvSpPr/>
          <p:nvPr/>
        </p:nvSpPr>
        <p:spPr>
          <a:xfrm>
            <a:off x="2161602" y="2560591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751EC366-39F8-4D92-9049-B25C5768A705}"/>
              </a:ext>
            </a:extLst>
          </p:cNvPr>
          <p:cNvSpPr txBox="1"/>
          <p:nvPr/>
        </p:nvSpPr>
        <p:spPr>
          <a:xfrm>
            <a:off x="1861600" y="3090446"/>
            <a:ext cx="36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Pantalla Ajuste de Cero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21D732-E117-493C-CC3E-E48488DFDFC9}"/>
              </a:ext>
            </a:extLst>
          </p:cNvPr>
          <p:cNvSpPr txBox="1"/>
          <p:nvPr/>
        </p:nvSpPr>
        <p:spPr>
          <a:xfrm>
            <a:off x="2851707" y="1468554"/>
            <a:ext cx="2358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Por favor, espere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D7E96E6-7C77-8BF6-E0F8-9FB10659828A}"/>
              </a:ext>
            </a:extLst>
          </p:cNvPr>
          <p:cNvSpPr txBox="1"/>
          <p:nvPr/>
        </p:nvSpPr>
        <p:spPr>
          <a:xfrm>
            <a:off x="2211024" y="665552"/>
            <a:ext cx="299895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AJUSTE DE CERO</a:t>
            </a:r>
          </a:p>
        </p:txBody>
      </p:sp>
      <p:pic>
        <p:nvPicPr>
          <p:cNvPr id="1107" name="Imagen 1106" descr="Icono&#10;&#10;El contenido generado por IA puede ser incorrecto.">
            <a:extLst>
              <a:ext uri="{FF2B5EF4-FFF2-40B4-BE49-F238E27FC236}">
                <a16:creationId xmlns:a16="http://schemas.microsoft.com/office/drawing/2014/main" id="{1A1700B1-B33B-EDFC-30A1-2CE9345AAC0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21621" y="1329681"/>
            <a:ext cx="615019" cy="610945"/>
          </a:xfrm>
          <a:prstGeom prst="rect">
            <a:avLst/>
          </a:prstGeom>
        </p:spPr>
      </p:pic>
      <p:sp>
        <p:nvSpPr>
          <p:cNvPr id="1108" name="CuadroTexto 1107">
            <a:extLst>
              <a:ext uri="{FF2B5EF4-FFF2-40B4-BE49-F238E27FC236}">
                <a16:creationId xmlns:a16="http://schemas.microsoft.com/office/drawing/2014/main" id="{193DB2A2-C44D-8D8E-001A-949AA2B41D60}"/>
              </a:ext>
            </a:extLst>
          </p:cNvPr>
          <p:cNvSpPr txBox="1"/>
          <p:nvPr/>
        </p:nvSpPr>
        <p:spPr>
          <a:xfrm>
            <a:off x="2653784" y="1891462"/>
            <a:ext cx="2522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No coloque al paciente en la cama</a:t>
            </a:r>
          </a:p>
        </p:txBody>
      </p:sp>
      <p:pic>
        <p:nvPicPr>
          <p:cNvPr id="1109" name="Imagen 1108">
            <a:extLst>
              <a:ext uri="{FF2B5EF4-FFF2-40B4-BE49-F238E27FC236}">
                <a16:creationId xmlns:a16="http://schemas.microsoft.com/office/drawing/2014/main" id="{7FAE120F-3126-3593-E081-B24DB1C22F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820" y="2013163"/>
            <a:ext cx="341371" cy="341371"/>
          </a:xfrm>
          <a:prstGeom prst="rect">
            <a:avLst/>
          </a:prstGeom>
        </p:spPr>
      </p:pic>
      <p:grpSp>
        <p:nvGrpSpPr>
          <p:cNvPr id="1110" name="Grupo 1109">
            <a:extLst>
              <a:ext uri="{FF2B5EF4-FFF2-40B4-BE49-F238E27FC236}">
                <a16:creationId xmlns:a16="http://schemas.microsoft.com/office/drawing/2014/main" id="{3FC5F807-8454-698B-8923-76131076EEDE}"/>
              </a:ext>
            </a:extLst>
          </p:cNvPr>
          <p:cNvGrpSpPr/>
          <p:nvPr/>
        </p:nvGrpSpPr>
        <p:grpSpPr>
          <a:xfrm>
            <a:off x="5810124" y="497873"/>
            <a:ext cx="4286848" cy="2553056"/>
            <a:chOff x="6110886" y="881614"/>
            <a:chExt cx="4286848" cy="2553056"/>
          </a:xfrm>
        </p:grpSpPr>
        <p:pic>
          <p:nvPicPr>
            <p:cNvPr id="1111" name="Imagen 1110">
              <a:extLst>
                <a:ext uri="{FF2B5EF4-FFF2-40B4-BE49-F238E27FC236}">
                  <a16:creationId xmlns:a16="http://schemas.microsoft.com/office/drawing/2014/main" id="{84D6547E-1163-BAF7-92F9-6B80DE640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1112" name="Rectángulo 1111">
              <a:extLst>
                <a:ext uri="{FF2B5EF4-FFF2-40B4-BE49-F238E27FC236}">
                  <a16:creationId xmlns:a16="http://schemas.microsoft.com/office/drawing/2014/main" id="{3573CCD3-FA68-AE08-FA8D-38F4D56424A6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14" name="Rectángulo 1113">
            <a:extLst>
              <a:ext uri="{FF2B5EF4-FFF2-40B4-BE49-F238E27FC236}">
                <a16:creationId xmlns:a16="http://schemas.microsoft.com/office/drawing/2014/main" id="{470A65A1-64E3-071B-23C5-4AA1ACE955AE}"/>
              </a:ext>
            </a:extLst>
          </p:cNvPr>
          <p:cNvSpPr/>
          <p:nvPr/>
        </p:nvSpPr>
        <p:spPr>
          <a:xfrm>
            <a:off x="6608469" y="648182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115" name="Rectángulo 1114">
            <a:extLst>
              <a:ext uri="{FF2B5EF4-FFF2-40B4-BE49-F238E27FC236}">
                <a16:creationId xmlns:a16="http://schemas.microsoft.com/office/drawing/2014/main" id="{3EC86AFB-768E-A4A8-BEED-90D4DCCFC0E7}"/>
              </a:ext>
            </a:extLst>
          </p:cNvPr>
          <p:cNvSpPr/>
          <p:nvPr/>
        </p:nvSpPr>
        <p:spPr>
          <a:xfrm>
            <a:off x="6608469" y="2556550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120" name="CuadroTexto 1119">
            <a:extLst>
              <a:ext uri="{FF2B5EF4-FFF2-40B4-BE49-F238E27FC236}">
                <a16:creationId xmlns:a16="http://schemas.microsoft.com/office/drawing/2014/main" id="{EA44D40A-B04D-54B1-74A8-01BAE42931FD}"/>
              </a:ext>
            </a:extLst>
          </p:cNvPr>
          <p:cNvSpPr txBox="1"/>
          <p:nvPr/>
        </p:nvSpPr>
        <p:spPr>
          <a:xfrm>
            <a:off x="6657891" y="661511"/>
            <a:ext cx="30079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AJUSTE DE CERO</a:t>
            </a:r>
          </a:p>
        </p:txBody>
      </p:sp>
      <p:pic>
        <p:nvPicPr>
          <p:cNvPr id="1124" name="Picture 2">
            <a:extLst>
              <a:ext uri="{FF2B5EF4-FFF2-40B4-BE49-F238E27FC236}">
                <a16:creationId xmlns:a16="http://schemas.microsoft.com/office/drawing/2014/main" id="{9CF43648-F4D6-946D-E1CD-1454BD0AE6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6792116" y="1600491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5" name="CuadroTexto 1124">
            <a:extLst>
              <a:ext uri="{FF2B5EF4-FFF2-40B4-BE49-F238E27FC236}">
                <a16:creationId xmlns:a16="http://schemas.microsoft.com/office/drawing/2014/main" id="{B8C8FAA2-1255-EAE4-42E3-E103C40AE322}"/>
              </a:ext>
            </a:extLst>
          </p:cNvPr>
          <p:cNvSpPr txBox="1"/>
          <p:nvPr/>
        </p:nvSpPr>
        <p:spPr>
          <a:xfrm>
            <a:off x="7087433" y="1576699"/>
            <a:ext cx="2358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Ajuste guardado con éxito</a:t>
            </a:r>
          </a:p>
        </p:txBody>
      </p:sp>
      <p:grpSp>
        <p:nvGrpSpPr>
          <p:cNvPr id="1128" name="Grupo 1127">
            <a:extLst>
              <a:ext uri="{FF2B5EF4-FFF2-40B4-BE49-F238E27FC236}">
                <a16:creationId xmlns:a16="http://schemas.microsoft.com/office/drawing/2014/main" id="{C45D8496-BE22-EF7E-2E5B-E1D871B5AFCB}"/>
              </a:ext>
            </a:extLst>
          </p:cNvPr>
          <p:cNvGrpSpPr/>
          <p:nvPr/>
        </p:nvGrpSpPr>
        <p:grpSpPr>
          <a:xfrm>
            <a:off x="5810124" y="3573524"/>
            <a:ext cx="4286848" cy="2553056"/>
            <a:chOff x="6110886" y="881614"/>
            <a:chExt cx="4286848" cy="2553056"/>
          </a:xfrm>
        </p:grpSpPr>
        <p:pic>
          <p:nvPicPr>
            <p:cNvPr id="1129" name="Imagen 1128">
              <a:extLst>
                <a:ext uri="{FF2B5EF4-FFF2-40B4-BE49-F238E27FC236}">
                  <a16:creationId xmlns:a16="http://schemas.microsoft.com/office/drawing/2014/main" id="{F038E0E9-7B2B-F876-C44C-A1814A2AC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1130" name="Rectángulo 1129">
              <a:extLst>
                <a:ext uri="{FF2B5EF4-FFF2-40B4-BE49-F238E27FC236}">
                  <a16:creationId xmlns:a16="http://schemas.microsoft.com/office/drawing/2014/main" id="{69BA050C-8F4C-221A-F2CF-580A8AED9F7B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31" name="Rectángulo 1130">
            <a:extLst>
              <a:ext uri="{FF2B5EF4-FFF2-40B4-BE49-F238E27FC236}">
                <a16:creationId xmlns:a16="http://schemas.microsoft.com/office/drawing/2014/main" id="{E5D481EC-8C52-D925-BD52-64C7669A9EF9}"/>
              </a:ext>
            </a:extLst>
          </p:cNvPr>
          <p:cNvSpPr/>
          <p:nvPr/>
        </p:nvSpPr>
        <p:spPr>
          <a:xfrm>
            <a:off x="6608469" y="3723833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132" name="Rectángulo 1131">
            <a:extLst>
              <a:ext uri="{FF2B5EF4-FFF2-40B4-BE49-F238E27FC236}">
                <a16:creationId xmlns:a16="http://schemas.microsoft.com/office/drawing/2014/main" id="{546409B1-64CB-3BF4-2CC0-1361D66CB5CE}"/>
              </a:ext>
            </a:extLst>
          </p:cNvPr>
          <p:cNvSpPr/>
          <p:nvPr/>
        </p:nvSpPr>
        <p:spPr>
          <a:xfrm>
            <a:off x="6608469" y="5632201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136" name="CuadroTexto 1135">
            <a:extLst>
              <a:ext uri="{FF2B5EF4-FFF2-40B4-BE49-F238E27FC236}">
                <a16:creationId xmlns:a16="http://schemas.microsoft.com/office/drawing/2014/main" id="{2A23E9BE-6ECF-6C5E-00A7-4E20776C9BB9}"/>
              </a:ext>
            </a:extLst>
          </p:cNvPr>
          <p:cNvSpPr txBox="1"/>
          <p:nvPr/>
        </p:nvSpPr>
        <p:spPr>
          <a:xfrm>
            <a:off x="6657891" y="3737162"/>
            <a:ext cx="30079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AJUSTE DE CERO</a:t>
            </a:r>
          </a:p>
        </p:txBody>
      </p:sp>
      <p:sp>
        <p:nvSpPr>
          <p:cNvPr id="1138" name="CuadroTexto 1137">
            <a:extLst>
              <a:ext uri="{FF2B5EF4-FFF2-40B4-BE49-F238E27FC236}">
                <a16:creationId xmlns:a16="http://schemas.microsoft.com/office/drawing/2014/main" id="{360FB2B6-F616-7AE3-3A43-D8C4144514D9}"/>
              </a:ext>
            </a:extLst>
          </p:cNvPr>
          <p:cNvSpPr txBox="1"/>
          <p:nvPr/>
        </p:nvSpPr>
        <p:spPr>
          <a:xfrm>
            <a:off x="7087433" y="4483203"/>
            <a:ext cx="2358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ERROR</a:t>
            </a:r>
          </a:p>
        </p:txBody>
      </p:sp>
      <p:sp>
        <p:nvSpPr>
          <p:cNvPr id="1139" name="CuadroTexto 1138">
            <a:extLst>
              <a:ext uri="{FF2B5EF4-FFF2-40B4-BE49-F238E27FC236}">
                <a16:creationId xmlns:a16="http://schemas.microsoft.com/office/drawing/2014/main" id="{BA743B1D-AB35-E02E-0630-1D1D333E7B92}"/>
              </a:ext>
            </a:extLst>
          </p:cNvPr>
          <p:cNvSpPr txBox="1"/>
          <p:nvPr/>
        </p:nvSpPr>
        <p:spPr>
          <a:xfrm>
            <a:off x="7087433" y="4940522"/>
            <a:ext cx="2358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Por favor reintente</a:t>
            </a:r>
          </a:p>
        </p:txBody>
      </p:sp>
      <p:grpSp>
        <p:nvGrpSpPr>
          <p:cNvPr id="1166" name="Grupo 1165">
            <a:extLst>
              <a:ext uri="{FF2B5EF4-FFF2-40B4-BE49-F238E27FC236}">
                <a16:creationId xmlns:a16="http://schemas.microsoft.com/office/drawing/2014/main" id="{5051FB93-8661-35B6-83E0-78143E191220}"/>
              </a:ext>
            </a:extLst>
          </p:cNvPr>
          <p:cNvGrpSpPr/>
          <p:nvPr/>
        </p:nvGrpSpPr>
        <p:grpSpPr>
          <a:xfrm>
            <a:off x="1363257" y="3573524"/>
            <a:ext cx="4286848" cy="2553056"/>
            <a:chOff x="6110886" y="881614"/>
            <a:chExt cx="4286848" cy="2553056"/>
          </a:xfrm>
        </p:grpSpPr>
        <p:pic>
          <p:nvPicPr>
            <p:cNvPr id="1167" name="Imagen 1166">
              <a:extLst>
                <a:ext uri="{FF2B5EF4-FFF2-40B4-BE49-F238E27FC236}">
                  <a16:creationId xmlns:a16="http://schemas.microsoft.com/office/drawing/2014/main" id="{F0E89E0D-75BC-1D75-0638-FC1489366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1168" name="Rectángulo 1167">
              <a:extLst>
                <a:ext uri="{FF2B5EF4-FFF2-40B4-BE49-F238E27FC236}">
                  <a16:creationId xmlns:a16="http://schemas.microsoft.com/office/drawing/2014/main" id="{01CFCC69-5CD3-1AEB-5533-B9B8AE815031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69" name="Rectángulo 1168">
            <a:extLst>
              <a:ext uri="{FF2B5EF4-FFF2-40B4-BE49-F238E27FC236}">
                <a16:creationId xmlns:a16="http://schemas.microsoft.com/office/drawing/2014/main" id="{C1829B39-45F8-7019-59ED-D0B95CEC2859}"/>
              </a:ext>
            </a:extLst>
          </p:cNvPr>
          <p:cNvSpPr/>
          <p:nvPr/>
        </p:nvSpPr>
        <p:spPr>
          <a:xfrm>
            <a:off x="2161602" y="3723833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170" name="Rectángulo 1169">
            <a:extLst>
              <a:ext uri="{FF2B5EF4-FFF2-40B4-BE49-F238E27FC236}">
                <a16:creationId xmlns:a16="http://schemas.microsoft.com/office/drawing/2014/main" id="{978C1BE4-3568-F4A9-D680-061ADBEF96FA}"/>
              </a:ext>
            </a:extLst>
          </p:cNvPr>
          <p:cNvSpPr/>
          <p:nvPr/>
        </p:nvSpPr>
        <p:spPr>
          <a:xfrm>
            <a:off x="2161602" y="5632201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174" name="CuadroTexto 1173">
            <a:extLst>
              <a:ext uri="{FF2B5EF4-FFF2-40B4-BE49-F238E27FC236}">
                <a16:creationId xmlns:a16="http://schemas.microsoft.com/office/drawing/2014/main" id="{DC3C3607-90DB-A423-DC76-DB194CA652AB}"/>
              </a:ext>
            </a:extLst>
          </p:cNvPr>
          <p:cNvSpPr txBox="1"/>
          <p:nvPr/>
        </p:nvSpPr>
        <p:spPr>
          <a:xfrm>
            <a:off x="2211024" y="3737162"/>
            <a:ext cx="30079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AJUSTE DE CERO</a:t>
            </a:r>
          </a:p>
        </p:txBody>
      </p:sp>
      <p:sp>
        <p:nvSpPr>
          <p:cNvPr id="1177" name="Rectángulo 1176">
            <a:extLst>
              <a:ext uri="{FF2B5EF4-FFF2-40B4-BE49-F238E27FC236}">
                <a16:creationId xmlns:a16="http://schemas.microsoft.com/office/drawing/2014/main" id="{548CABD5-3B16-EE07-E041-9A98935CA82C}"/>
              </a:ext>
            </a:extLst>
          </p:cNvPr>
          <p:cNvSpPr/>
          <p:nvPr/>
        </p:nvSpPr>
        <p:spPr>
          <a:xfrm>
            <a:off x="2161602" y="4058952"/>
            <a:ext cx="3057338" cy="15695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pic>
        <p:nvPicPr>
          <p:cNvPr id="1178" name="Imagen 1177">
            <a:extLst>
              <a:ext uri="{FF2B5EF4-FFF2-40B4-BE49-F238E27FC236}">
                <a16:creationId xmlns:a16="http://schemas.microsoft.com/office/drawing/2014/main" id="{3A1B0914-0E39-8553-2236-73BB320C9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52" y="4277816"/>
            <a:ext cx="341371" cy="341371"/>
          </a:xfrm>
          <a:prstGeom prst="rect">
            <a:avLst/>
          </a:prstGeom>
        </p:spPr>
      </p:pic>
      <p:sp>
        <p:nvSpPr>
          <p:cNvPr id="1179" name="CuadroTexto 1178">
            <a:extLst>
              <a:ext uri="{FF2B5EF4-FFF2-40B4-BE49-F238E27FC236}">
                <a16:creationId xmlns:a16="http://schemas.microsoft.com/office/drawing/2014/main" id="{FF5A9DA1-3C51-D64F-A06C-2241BDE744D1}"/>
              </a:ext>
            </a:extLst>
          </p:cNvPr>
          <p:cNvSpPr txBox="1"/>
          <p:nvPr/>
        </p:nvSpPr>
        <p:spPr>
          <a:xfrm>
            <a:off x="3207643" y="4294839"/>
            <a:ext cx="12606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</a:t>
            </a:r>
          </a:p>
        </p:txBody>
      </p:sp>
      <p:sp>
        <p:nvSpPr>
          <p:cNvPr id="1180" name="CuadroTexto 1179">
            <a:extLst>
              <a:ext uri="{FF2B5EF4-FFF2-40B4-BE49-F238E27FC236}">
                <a16:creationId xmlns:a16="http://schemas.microsoft.com/office/drawing/2014/main" id="{FE7BB550-6707-4178-7060-24A6168DAC49}"/>
              </a:ext>
            </a:extLst>
          </p:cNvPr>
          <p:cNvSpPr txBox="1"/>
          <p:nvPr/>
        </p:nvSpPr>
        <p:spPr>
          <a:xfrm>
            <a:off x="2313256" y="4729363"/>
            <a:ext cx="27393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 CABECERA DEBE ESTAR </a:t>
            </a:r>
          </a:p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 POSICIÓN HORIZONTAL</a:t>
            </a:r>
          </a:p>
        </p:txBody>
      </p:sp>
      <p:pic>
        <p:nvPicPr>
          <p:cNvPr id="2" name="Picture 10" descr="Cross Check Icon Symbol on Transparent Background 17178563 PNG">
            <a:extLst>
              <a:ext uri="{FF2B5EF4-FFF2-40B4-BE49-F238E27FC236}">
                <a16:creationId xmlns:a16="http://schemas.microsoft.com/office/drawing/2014/main" id="{B6C8B476-CA6C-D837-4FBF-4F09494C4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1903" y="4473915"/>
            <a:ext cx="351645" cy="351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B7B1F46-7B4C-B413-2EE4-6C01CFC750F7}"/>
              </a:ext>
            </a:extLst>
          </p:cNvPr>
          <p:cNvSpPr txBox="1"/>
          <p:nvPr/>
        </p:nvSpPr>
        <p:spPr>
          <a:xfrm>
            <a:off x="9146187" y="1006322"/>
            <a:ext cx="2655953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NOTIFY_TARA_COMPLETADA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DB4DF183-6F45-CA6F-7BED-04108F3CFCBA}"/>
              </a:ext>
            </a:extLst>
          </p:cNvPr>
          <p:cNvCxnSpPr>
            <a:cxnSpLocks/>
          </p:cNvCxnSpPr>
          <p:nvPr/>
        </p:nvCxnSpPr>
        <p:spPr>
          <a:xfrm flipH="1">
            <a:off x="9455450" y="1397370"/>
            <a:ext cx="1127276" cy="292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21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0B35-B2D8-29C8-F663-CB648D50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o 35">
            <a:extLst>
              <a:ext uri="{FF2B5EF4-FFF2-40B4-BE49-F238E27FC236}">
                <a16:creationId xmlns:a16="http://schemas.microsoft.com/office/drawing/2014/main" id="{DE785EBE-796D-2BCA-6899-A9B2AEC1CB7D}"/>
              </a:ext>
            </a:extLst>
          </p:cNvPr>
          <p:cNvGrpSpPr/>
          <p:nvPr/>
        </p:nvGrpSpPr>
        <p:grpSpPr>
          <a:xfrm>
            <a:off x="1011125" y="190226"/>
            <a:ext cx="4530422" cy="3388324"/>
            <a:chOff x="3047140" y="1707568"/>
            <a:chExt cx="4530422" cy="3388324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E7729B22-E66C-4FE6-42DE-67F9C1590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7140" y="2152472"/>
              <a:ext cx="4286848" cy="2553056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C5602AF4-DF7B-2983-AD8D-0D47E1ACE914}"/>
                </a:ext>
              </a:extLst>
            </p:cNvPr>
            <p:cNvSpPr txBox="1"/>
            <p:nvPr/>
          </p:nvSpPr>
          <p:spPr>
            <a:xfrm>
              <a:off x="3766075" y="1870545"/>
              <a:ext cx="1095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[99,30]</a:t>
              </a:r>
            </a:p>
          </p:txBody>
        </p:sp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F2960CC6-8912-220C-43FB-39D9D5AEB4E9}"/>
                </a:ext>
              </a:extLst>
            </p:cNvPr>
            <p:cNvSpPr/>
            <p:nvPr/>
          </p:nvSpPr>
          <p:spPr>
            <a:xfrm>
              <a:off x="3845485" y="2298740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5CDDE132-17B7-5F8B-5F9C-0DC439687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3048" y="2590687"/>
              <a:ext cx="1162212" cy="1514686"/>
            </a:xfrm>
            <a:prstGeom prst="rect">
              <a:avLst/>
            </a:prstGeom>
          </p:spPr>
        </p:pic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58721376-76B3-1FFC-AC0E-07593E395D80}"/>
                </a:ext>
              </a:extLst>
            </p:cNvPr>
            <p:cNvCxnSpPr>
              <a:cxnSpLocks/>
            </p:cNvCxnSpPr>
            <p:nvPr/>
          </p:nvCxnSpPr>
          <p:spPr>
            <a:xfrm>
              <a:off x="4595813" y="2223649"/>
              <a:ext cx="163276" cy="39043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BDB686BF-EDDA-00A4-E5C1-D573313315DC}"/>
                </a:ext>
              </a:extLst>
            </p:cNvPr>
            <p:cNvCxnSpPr>
              <a:cxnSpLocks/>
            </p:cNvCxnSpPr>
            <p:nvPr/>
          </p:nvCxnSpPr>
          <p:spPr>
            <a:xfrm>
              <a:off x="4747243" y="2519667"/>
              <a:ext cx="1196171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A2052906-456B-21E3-A856-1A067013648E}"/>
                </a:ext>
              </a:extLst>
            </p:cNvPr>
            <p:cNvSpPr txBox="1"/>
            <p:nvPr/>
          </p:nvSpPr>
          <p:spPr>
            <a:xfrm>
              <a:off x="5096541" y="2273373"/>
              <a:ext cx="6551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solidFill>
                    <a:srgbClr val="FF0000"/>
                  </a:solidFill>
                </a:rPr>
                <a:t>122px</a:t>
              </a:r>
            </a:p>
          </p:txBody>
        </p:sp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A02FBD37-596F-D98F-BCC1-28F8D26A1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5260" y="4256790"/>
              <a:ext cx="847843" cy="266737"/>
            </a:xfrm>
            <a:prstGeom prst="rect">
              <a:avLst/>
            </a:prstGeom>
          </p:spPr>
        </p:pic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D9FC06EB-5344-D685-D0C4-BC065C23ADA2}"/>
                </a:ext>
              </a:extLst>
            </p:cNvPr>
            <p:cNvSpPr txBox="1"/>
            <p:nvPr/>
          </p:nvSpPr>
          <p:spPr>
            <a:xfrm>
              <a:off x="4689353" y="4695564"/>
              <a:ext cx="1330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[228,207]</a:t>
              </a:r>
            </a:p>
          </p:txBody>
        </p: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5FB73E5D-D32C-1A49-7B6C-B9D0F66A21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869" y="4251641"/>
              <a:ext cx="197235" cy="51275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05D0A6D9-AAF8-2294-EC43-56CD59E8B94F}"/>
                </a:ext>
              </a:extLst>
            </p:cNvPr>
            <p:cNvCxnSpPr>
              <a:cxnSpLocks/>
            </p:cNvCxnSpPr>
            <p:nvPr/>
          </p:nvCxnSpPr>
          <p:spPr>
            <a:xfrm>
              <a:off x="5951844" y="4835435"/>
              <a:ext cx="851259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5CB6789-DF7B-5FA8-88EC-9EE65D51284A}"/>
                </a:ext>
              </a:extLst>
            </p:cNvPr>
            <p:cNvSpPr txBox="1"/>
            <p:nvPr/>
          </p:nvSpPr>
          <p:spPr>
            <a:xfrm>
              <a:off x="6096000" y="4788115"/>
              <a:ext cx="6551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solidFill>
                    <a:srgbClr val="FF0000"/>
                  </a:solidFill>
                </a:rPr>
                <a:t>87px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B49DC2B0-D4CF-81B0-572D-A7EEB87F6642}"/>
                </a:ext>
              </a:extLst>
            </p:cNvPr>
            <p:cNvSpPr txBox="1"/>
            <p:nvPr/>
          </p:nvSpPr>
          <p:spPr>
            <a:xfrm>
              <a:off x="5956057" y="1707568"/>
              <a:ext cx="16215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i="1" dirty="0"/>
                <a:t>Las imágenes tienen otro sistema de coordenadas</a:t>
              </a:r>
            </a:p>
          </p:txBody>
        </p:sp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F4F68F81-E9D9-026F-862D-03E8A9554293}"/>
              </a:ext>
            </a:extLst>
          </p:cNvPr>
          <p:cNvGrpSpPr/>
          <p:nvPr/>
        </p:nvGrpSpPr>
        <p:grpSpPr>
          <a:xfrm>
            <a:off x="1011125" y="3727215"/>
            <a:ext cx="4286848" cy="2553056"/>
            <a:chOff x="6110886" y="881614"/>
            <a:chExt cx="4286848" cy="2553056"/>
          </a:xfrm>
        </p:grpSpPr>
        <p:pic>
          <p:nvPicPr>
            <p:cNvPr id="102" name="Imagen 101">
              <a:extLst>
                <a:ext uri="{FF2B5EF4-FFF2-40B4-BE49-F238E27FC236}">
                  <a16:creationId xmlns:a16="http://schemas.microsoft.com/office/drawing/2014/main" id="{02F80B0E-2C13-B377-CAC1-D2E67F523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AA578FB1-4F5B-B6F9-6CD4-A02D916CCC68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E5E7F9E7-E8BF-5566-525C-9273D65953E6}"/>
              </a:ext>
            </a:extLst>
          </p:cNvPr>
          <p:cNvGrpSpPr/>
          <p:nvPr/>
        </p:nvGrpSpPr>
        <p:grpSpPr>
          <a:xfrm>
            <a:off x="2387494" y="4369062"/>
            <a:ext cx="863464" cy="863464"/>
            <a:chOff x="7000740" y="3212616"/>
            <a:chExt cx="2486470" cy="2486470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3AE9AE17-06D7-A1BE-B941-4FDA9E1960D3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112" name="Grupo 111">
                <a:extLst>
                  <a:ext uri="{FF2B5EF4-FFF2-40B4-BE49-F238E27FC236}">
                    <a16:creationId xmlns:a16="http://schemas.microsoft.com/office/drawing/2014/main" id="{EE54AAED-0002-935B-FEF8-1F4869ADD407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122" name="Elipse 121">
                  <a:extLst>
                    <a:ext uri="{FF2B5EF4-FFF2-40B4-BE49-F238E27FC236}">
                      <a16:creationId xmlns:a16="http://schemas.microsoft.com/office/drawing/2014/main" id="{90573439-3433-ECE1-6F5C-F6E5578D0343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23" name="Grupo 122">
                  <a:extLst>
                    <a:ext uri="{FF2B5EF4-FFF2-40B4-BE49-F238E27FC236}">
                      <a16:creationId xmlns:a16="http://schemas.microsoft.com/office/drawing/2014/main" id="{C1C291A1-E1DB-AE2E-5B4C-39951896C1E8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126" name="Diagrama de flujo: terminador 125">
                    <a:extLst>
                      <a:ext uri="{FF2B5EF4-FFF2-40B4-BE49-F238E27FC236}">
                        <a16:creationId xmlns:a16="http://schemas.microsoft.com/office/drawing/2014/main" id="{B6FCB134-4009-525E-8CF8-14810C1B05A4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27" name="Trapecio 126">
                    <a:extLst>
                      <a:ext uri="{FF2B5EF4-FFF2-40B4-BE49-F238E27FC236}">
                        <a16:creationId xmlns:a16="http://schemas.microsoft.com/office/drawing/2014/main" id="{0E80DE66-BD90-9935-C23D-0DA94472E724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124" name="Diagrama de flujo: terminador 123">
                  <a:extLst>
                    <a:ext uri="{FF2B5EF4-FFF2-40B4-BE49-F238E27FC236}">
                      <a16:creationId xmlns:a16="http://schemas.microsoft.com/office/drawing/2014/main" id="{0C8FC02A-3C63-EAB2-1140-D7D05E4DCC73}"/>
                    </a:ext>
                  </a:extLst>
                </p:cNvPr>
                <p:cNvSpPr/>
                <p:nvPr/>
              </p:nvSpPr>
              <p:spPr>
                <a:xfrm rot="165214">
                  <a:off x="8174576" y="2510728"/>
                  <a:ext cx="842457" cy="236598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125" name="Conector recto 124">
                  <a:extLst>
                    <a:ext uri="{FF2B5EF4-FFF2-40B4-BE49-F238E27FC236}">
                      <a16:creationId xmlns:a16="http://schemas.microsoft.com/office/drawing/2014/main" id="{AB3A156D-E139-FF18-DD8C-AFC4473070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4" name="Rectángulo 113">
                <a:extLst>
                  <a:ext uri="{FF2B5EF4-FFF2-40B4-BE49-F238E27FC236}">
                    <a16:creationId xmlns:a16="http://schemas.microsoft.com/office/drawing/2014/main" id="{530D9B8C-09B1-52BA-E9D9-09FA1F6AFB6B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15" name="Rectángulo 114">
                <a:extLst>
                  <a:ext uri="{FF2B5EF4-FFF2-40B4-BE49-F238E27FC236}">
                    <a16:creationId xmlns:a16="http://schemas.microsoft.com/office/drawing/2014/main" id="{BBF42C2E-429F-EEE8-8021-B14FB5B0B66E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17" name="Rectángulo 116">
                <a:extLst>
                  <a:ext uri="{FF2B5EF4-FFF2-40B4-BE49-F238E27FC236}">
                    <a16:creationId xmlns:a16="http://schemas.microsoft.com/office/drawing/2014/main" id="{A28D0101-6646-2D94-6473-8B2164B95D56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19" name="Rectángulo 118">
                <a:extLst>
                  <a:ext uri="{FF2B5EF4-FFF2-40B4-BE49-F238E27FC236}">
                    <a16:creationId xmlns:a16="http://schemas.microsoft.com/office/drawing/2014/main" id="{FC7AA3BC-7DF9-B6AC-D4C9-3B2002EEF4FD}"/>
                  </a:ext>
                </a:extLst>
              </p:cNvPr>
              <p:cNvSpPr/>
              <p:nvPr/>
            </p:nvSpPr>
            <p:spPr>
              <a:xfrm rot="2033707">
                <a:off x="8102982" y="4197580"/>
                <a:ext cx="388150" cy="131654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21" name="Rectángulo 120">
                <a:extLst>
                  <a:ext uri="{FF2B5EF4-FFF2-40B4-BE49-F238E27FC236}">
                    <a16:creationId xmlns:a16="http://schemas.microsoft.com/office/drawing/2014/main" id="{2B7784FF-B513-36FA-D7BC-F571AC6911E2}"/>
                  </a:ext>
                </a:extLst>
              </p:cNvPr>
              <p:cNvSpPr/>
              <p:nvPr/>
            </p:nvSpPr>
            <p:spPr>
              <a:xfrm rot="2033707">
                <a:off x="7985680" y="4193293"/>
                <a:ext cx="388150" cy="138952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09" name="Arco 108">
              <a:extLst>
                <a:ext uri="{FF2B5EF4-FFF2-40B4-BE49-F238E27FC236}">
                  <a16:creationId xmlns:a16="http://schemas.microsoft.com/office/drawing/2014/main" id="{04E91C21-294A-17C8-FAEB-068663275E9A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34925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E97B1AEE-E213-ED30-1651-B182E1C451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4127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4" name="Rectángulo: esquinas redondeadas 1023">
            <a:extLst>
              <a:ext uri="{FF2B5EF4-FFF2-40B4-BE49-F238E27FC236}">
                <a16:creationId xmlns:a16="http://schemas.microsoft.com/office/drawing/2014/main" id="{0DC005B4-8C7A-DB91-765F-C7BCB066D77D}"/>
              </a:ext>
            </a:extLst>
          </p:cNvPr>
          <p:cNvSpPr/>
          <p:nvPr/>
        </p:nvSpPr>
        <p:spPr>
          <a:xfrm>
            <a:off x="2472482" y="5078127"/>
            <a:ext cx="569102" cy="569102"/>
          </a:xfrm>
          <a:prstGeom prst="roundRect">
            <a:avLst/>
          </a:prstGeom>
          <a:noFill/>
          <a:ln w="28575">
            <a:solidFill>
              <a:srgbClr val="2A3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25" name="Conector recto de flecha 1024">
            <a:extLst>
              <a:ext uri="{FF2B5EF4-FFF2-40B4-BE49-F238E27FC236}">
                <a16:creationId xmlns:a16="http://schemas.microsoft.com/office/drawing/2014/main" id="{85A4482B-BB98-010F-887A-E2CA3F3F403A}"/>
              </a:ext>
            </a:extLst>
          </p:cNvPr>
          <p:cNvCxnSpPr>
            <a:cxnSpLocks/>
          </p:cNvCxnSpPr>
          <p:nvPr/>
        </p:nvCxnSpPr>
        <p:spPr>
          <a:xfrm>
            <a:off x="2757033" y="5115008"/>
            <a:ext cx="0" cy="495339"/>
          </a:xfrm>
          <a:prstGeom prst="straightConnector1">
            <a:avLst/>
          </a:prstGeom>
          <a:ln w="38100">
            <a:solidFill>
              <a:srgbClr val="78B39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ectángulo 1026">
            <a:extLst>
              <a:ext uri="{FF2B5EF4-FFF2-40B4-BE49-F238E27FC236}">
                <a16:creationId xmlns:a16="http://schemas.microsoft.com/office/drawing/2014/main" id="{0FF264D9-0294-55C9-C003-9B81FE0CF1D5}"/>
              </a:ext>
            </a:extLst>
          </p:cNvPr>
          <p:cNvSpPr/>
          <p:nvPr/>
        </p:nvSpPr>
        <p:spPr>
          <a:xfrm>
            <a:off x="2709796" y="5298289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028" name="Conector recto 1027">
            <a:extLst>
              <a:ext uri="{FF2B5EF4-FFF2-40B4-BE49-F238E27FC236}">
                <a16:creationId xmlns:a16="http://schemas.microsoft.com/office/drawing/2014/main" id="{D6705078-AFC0-3D35-1E76-1D1BA20E3CCB}"/>
              </a:ext>
            </a:extLst>
          </p:cNvPr>
          <p:cNvCxnSpPr>
            <a:cxnSpLocks/>
          </p:cNvCxnSpPr>
          <p:nvPr/>
        </p:nvCxnSpPr>
        <p:spPr>
          <a:xfrm>
            <a:off x="2530352" y="5362677"/>
            <a:ext cx="453361" cy="0"/>
          </a:xfrm>
          <a:prstGeom prst="line">
            <a:avLst/>
          </a:prstGeom>
          <a:ln w="60325">
            <a:solidFill>
              <a:srgbClr val="2A31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Rectángulo 1028">
            <a:extLst>
              <a:ext uri="{FF2B5EF4-FFF2-40B4-BE49-F238E27FC236}">
                <a16:creationId xmlns:a16="http://schemas.microsoft.com/office/drawing/2014/main" id="{FD04C6B1-D820-DC3B-DDD1-36A7CBE30F40}"/>
              </a:ext>
            </a:extLst>
          </p:cNvPr>
          <p:cNvSpPr/>
          <p:nvPr/>
        </p:nvSpPr>
        <p:spPr>
          <a:xfrm>
            <a:off x="1809470" y="3892764"/>
            <a:ext cx="3057338" cy="342598"/>
          </a:xfrm>
          <a:prstGeom prst="rect">
            <a:avLst/>
          </a:prstGeom>
          <a:solidFill>
            <a:srgbClr val="8BFA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FRENO OK</a:t>
            </a:r>
          </a:p>
        </p:txBody>
      </p:sp>
      <p:cxnSp>
        <p:nvCxnSpPr>
          <p:cNvPr id="1030" name="Conector recto de flecha 1029">
            <a:extLst>
              <a:ext uri="{FF2B5EF4-FFF2-40B4-BE49-F238E27FC236}">
                <a16:creationId xmlns:a16="http://schemas.microsoft.com/office/drawing/2014/main" id="{8F76D346-2E11-DD36-A1A3-0ADCFD0767EF}"/>
              </a:ext>
            </a:extLst>
          </p:cNvPr>
          <p:cNvCxnSpPr>
            <a:cxnSpLocks/>
          </p:cNvCxnSpPr>
          <p:nvPr/>
        </p:nvCxnSpPr>
        <p:spPr>
          <a:xfrm>
            <a:off x="4310154" y="3892764"/>
            <a:ext cx="0" cy="342598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CuadroTexto 1030">
            <a:extLst>
              <a:ext uri="{FF2B5EF4-FFF2-40B4-BE49-F238E27FC236}">
                <a16:creationId xmlns:a16="http://schemas.microsoft.com/office/drawing/2014/main" id="{4179B286-0353-E31C-8255-3EF01E75D851}"/>
              </a:ext>
            </a:extLst>
          </p:cNvPr>
          <p:cNvSpPr txBox="1"/>
          <p:nvPr/>
        </p:nvSpPr>
        <p:spPr>
          <a:xfrm>
            <a:off x="4384798" y="3900975"/>
            <a:ext cx="555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45px</a:t>
            </a:r>
          </a:p>
        </p:txBody>
      </p:sp>
      <p:sp>
        <p:nvSpPr>
          <p:cNvPr id="1032" name="Rectángulo 1031">
            <a:extLst>
              <a:ext uri="{FF2B5EF4-FFF2-40B4-BE49-F238E27FC236}">
                <a16:creationId xmlns:a16="http://schemas.microsoft.com/office/drawing/2014/main" id="{8E87194F-A75C-CC86-F469-B6F8D98DA7F9}"/>
              </a:ext>
            </a:extLst>
          </p:cNvPr>
          <p:cNvSpPr/>
          <p:nvPr/>
        </p:nvSpPr>
        <p:spPr>
          <a:xfrm>
            <a:off x="1809470" y="5785892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033" name="CuadroTexto 1032">
            <a:extLst>
              <a:ext uri="{FF2B5EF4-FFF2-40B4-BE49-F238E27FC236}">
                <a16:creationId xmlns:a16="http://schemas.microsoft.com/office/drawing/2014/main" id="{3801FB48-66FD-52A2-380F-B5D5BFD913B2}"/>
              </a:ext>
            </a:extLst>
          </p:cNvPr>
          <p:cNvSpPr txBox="1"/>
          <p:nvPr/>
        </p:nvSpPr>
        <p:spPr>
          <a:xfrm>
            <a:off x="2193000" y="5815294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Balanza</a:t>
            </a:r>
          </a:p>
        </p:txBody>
      </p:sp>
      <p:pic>
        <p:nvPicPr>
          <p:cNvPr id="1034" name="Picture 2">
            <a:extLst>
              <a:ext uri="{FF2B5EF4-FFF2-40B4-BE49-F238E27FC236}">
                <a16:creationId xmlns:a16="http://schemas.microsoft.com/office/drawing/2014/main" id="{351D0E6E-0555-57F8-8A48-B2A4A7DDED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1983521" y="5217191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CuadroTexto 1034">
            <a:extLst>
              <a:ext uri="{FF2B5EF4-FFF2-40B4-BE49-F238E27FC236}">
                <a16:creationId xmlns:a16="http://schemas.microsoft.com/office/drawing/2014/main" id="{4D2FA097-E4AA-4B55-4EA7-AD4736AA5D9B}"/>
              </a:ext>
            </a:extLst>
          </p:cNvPr>
          <p:cNvSpPr txBox="1"/>
          <p:nvPr/>
        </p:nvSpPr>
        <p:spPr>
          <a:xfrm>
            <a:off x="3442578" y="4424740"/>
            <a:ext cx="68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49º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36" name="CuadroTexto 1035">
            <a:extLst>
              <a:ext uri="{FF2B5EF4-FFF2-40B4-BE49-F238E27FC236}">
                <a16:creationId xmlns:a16="http://schemas.microsoft.com/office/drawing/2014/main" id="{13E12241-76C9-8B3D-8CB3-FF64297FB562}"/>
              </a:ext>
            </a:extLst>
          </p:cNvPr>
          <p:cNvSpPr txBox="1"/>
          <p:nvPr/>
        </p:nvSpPr>
        <p:spPr>
          <a:xfrm>
            <a:off x="3181129" y="5055050"/>
            <a:ext cx="137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POSICIÓN </a:t>
            </a:r>
          </a:p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SEGURA</a:t>
            </a:r>
            <a:endParaRPr lang="es-E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037" name="Rectángulo 1036">
            <a:extLst>
              <a:ext uri="{FF2B5EF4-FFF2-40B4-BE49-F238E27FC236}">
                <a16:creationId xmlns:a16="http://schemas.microsoft.com/office/drawing/2014/main" id="{80E6A93E-C64C-237B-952C-E06B672E6A20}"/>
              </a:ext>
            </a:extLst>
          </p:cNvPr>
          <p:cNvSpPr/>
          <p:nvPr/>
        </p:nvSpPr>
        <p:spPr>
          <a:xfrm>
            <a:off x="1934225" y="5849960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8" name="CuadroTexto 1037">
            <a:extLst>
              <a:ext uri="{FF2B5EF4-FFF2-40B4-BE49-F238E27FC236}">
                <a16:creationId xmlns:a16="http://schemas.microsoft.com/office/drawing/2014/main" id="{F63BD356-4A78-1442-96D3-32BE53910797}"/>
              </a:ext>
            </a:extLst>
          </p:cNvPr>
          <p:cNvSpPr txBox="1"/>
          <p:nvPr/>
        </p:nvSpPr>
        <p:spPr>
          <a:xfrm>
            <a:off x="1907077" y="5808021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1039" name="CuadroTexto 1038">
            <a:extLst>
              <a:ext uri="{FF2B5EF4-FFF2-40B4-BE49-F238E27FC236}">
                <a16:creationId xmlns:a16="http://schemas.microsoft.com/office/drawing/2014/main" id="{B661E482-CDF1-9E27-63F4-E452E5436ECF}"/>
              </a:ext>
            </a:extLst>
          </p:cNvPr>
          <p:cNvSpPr txBox="1"/>
          <p:nvPr/>
        </p:nvSpPr>
        <p:spPr>
          <a:xfrm>
            <a:off x="3945165" y="5812647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Apagar</a:t>
            </a:r>
          </a:p>
        </p:txBody>
      </p:sp>
      <p:sp>
        <p:nvSpPr>
          <p:cNvPr id="1040" name="Rectángulo 1039">
            <a:extLst>
              <a:ext uri="{FF2B5EF4-FFF2-40B4-BE49-F238E27FC236}">
                <a16:creationId xmlns:a16="http://schemas.microsoft.com/office/drawing/2014/main" id="{35AA2F6A-76D5-CB2B-A6C0-A6F11EFBC8A5}"/>
              </a:ext>
            </a:extLst>
          </p:cNvPr>
          <p:cNvSpPr/>
          <p:nvPr/>
        </p:nvSpPr>
        <p:spPr>
          <a:xfrm>
            <a:off x="3715688" y="5847313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1" name="CuadroTexto 1040">
            <a:extLst>
              <a:ext uri="{FF2B5EF4-FFF2-40B4-BE49-F238E27FC236}">
                <a16:creationId xmlns:a16="http://schemas.microsoft.com/office/drawing/2014/main" id="{6CA827A0-EEB6-19AD-D0E7-0D9DD8C45929}"/>
              </a:ext>
            </a:extLst>
          </p:cNvPr>
          <p:cNvSpPr txBox="1"/>
          <p:nvPr/>
        </p:nvSpPr>
        <p:spPr>
          <a:xfrm>
            <a:off x="3684424" y="5804570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cxnSp>
        <p:nvCxnSpPr>
          <p:cNvPr id="1043" name="Conector recto de flecha 1042">
            <a:extLst>
              <a:ext uri="{FF2B5EF4-FFF2-40B4-BE49-F238E27FC236}">
                <a16:creationId xmlns:a16="http://schemas.microsoft.com/office/drawing/2014/main" id="{B82316F6-CA41-3CB1-82D7-41813208A020}"/>
              </a:ext>
            </a:extLst>
          </p:cNvPr>
          <p:cNvCxnSpPr>
            <a:cxnSpLocks/>
          </p:cNvCxnSpPr>
          <p:nvPr/>
        </p:nvCxnSpPr>
        <p:spPr>
          <a:xfrm>
            <a:off x="3156370" y="5776444"/>
            <a:ext cx="0" cy="342598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CuadroTexto 1043">
            <a:extLst>
              <a:ext uri="{FF2B5EF4-FFF2-40B4-BE49-F238E27FC236}">
                <a16:creationId xmlns:a16="http://schemas.microsoft.com/office/drawing/2014/main" id="{059E4583-32C7-2C14-6190-1FDA22F526F5}"/>
              </a:ext>
            </a:extLst>
          </p:cNvPr>
          <p:cNvSpPr txBox="1"/>
          <p:nvPr/>
        </p:nvSpPr>
        <p:spPr>
          <a:xfrm>
            <a:off x="3231014" y="5784655"/>
            <a:ext cx="555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43px</a:t>
            </a:r>
          </a:p>
        </p:txBody>
      </p:sp>
      <p:sp>
        <p:nvSpPr>
          <p:cNvPr id="1054" name="CuadroTexto 1053">
            <a:extLst>
              <a:ext uri="{FF2B5EF4-FFF2-40B4-BE49-F238E27FC236}">
                <a16:creationId xmlns:a16="http://schemas.microsoft.com/office/drawing/2014/main" id="{35A29845-0B8F-F93C-B8AA-ED77B4E3508A}"/>
              </a:ext>
            </a:extLst>
          </p:cNvPr>
          <p:cNvSpPr txBox="1"/>
          <p:nvPr/>
        </p:nvSpPr>
        <p:spPr>
          <a:xfrm>
            <a:off x="2465592" y="4054863"/>
            <a:ext cx="6066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34,220</a:t>
            </a:r>
          </a:p>
        </p:txBody>
      </p:sp>
      <p:sp>
        <p:nvSpPr>
          <p:cNvPr id="1055" name="CuadroTexto 1054">
            <a:extLst>
              <a:ext uri="{FF2B5EF4-FFF2-40B4-BE49-F238E27FC236}">
                <a16:creationId xmlns:a16="http://schemas.microsoft.com/office/drawing/2014/main" id="{64E2DF23-57DE-22C1-4273-5A8841C8CDEF}"/>
              </a:ext>
            </a:extLst>
          </p:cNvPr>
          <p:cNvSpPr txBox="1"/>
          <p:nvPr/>
        </p:nvSpPr>
        <p:spPr>
          <a:xfrm>
            <a:off x="1956329" y="4197772"/>
            <a:ext cx="1095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[40,65]</a:t>
            </a:r>
          </a:p>
        </p:txBody>
      </p:sp>
      <p:sp>
        <p:nvSpPr>
          <p:cNvPr id="1056" name="CuadroTexto 1055">
            <a:extLst>
              <a:ext uri="{FF2B5EF4-FFF2-40B4-BE49-F238E27FC236}">
                <a16:creationId xmlns:a16="http://schemas.microsoft.com/office/drawing/2014/main" id="{72E55841-CAF7-36BD-882A-97A3806DC1C4}"/>
              </a:ext>
            </a:extLst>
          </p:cNvPr>
          <p:cNvSpPr txBox="1"/>
          <p:nvPr/>
        </p:nvSpPr>
        <p:spPr>
          <a:xfrm>
            <a:off x="3193802" y="4660550"/>
            <a:ext cx="682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105,165</a:t>
            </a:r>
          </a:p>
        </p:txBody>
      </p:sp>
      <p:sp>
        <p:nvSpPr>
          <p:cNvPr id="1057" name="CuadroTexto 1056">
            <a:extLst>
              <a:ext uri="{FF2B5EF4-FFF2-40B4-BE49-F238E27FC236}">
                <a16:creationId xmlns:a16="http://schemas.microsoft.com/office/drawing/2014/main" id="{66284125-4666-51BE-A486-D08BC8A72474}"/>
              </a:ext>
            </a:extLst>
          </p:cNvPr>
          <p:cNvSpPr txBox="1"/>
          <p:nvPr/>
        </p:nvSpPr>
        <p:spPr>
          <a:xfrm>
            <a:off x="1741979" y="4996701"/>
            <a:ext cx="699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[20,140]</a:t>
            </a:r>
          </a:p>
        </p:txBody>
      </p:sp>
      <p:sp>
        <p:nvSpPr>
          <p:cNvPr id="1058" name="CuadroTexto 1057">
            <a:extLst>
              <a:ext uri="{FF2B5EF4-FFF2-40B4-BE49-F238E27FC236}">
                <a16:creationId xmlns:a16="http://schemas.microsoft.com/office/drawing/2014/main" id="{47A5EBB2-879F-57EF-4817-53A5CC3F81C3}"/>
              </a:ext>
            </a:extLst>
          </p:cNvPr>
          <p:cNvSpPr txBox="1"/>
          <p:nvPr/>
        </p:nvSpPr>
        <p:spPr>
          <a:xfrm>
            <a:off x="2220870" y="4845720"/>
            <a:ext cx="699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[60,125]</a:t>
            </a:r>
          </a:p>
        </p:txBody>
      </p:sp>
      <p:sp>
        <p:nvSpPr>
          <p:cNvPr id="1059" name="CuadroTexto 1058">
            <a:extLst>
              <a:ext uri="{FF2B5EF4-FFF2-40B4-BE49-F238E27FC236}">
                <a16:creationId xmlns:a16="http://schemas.microsoft.com/office/drawing/2014/main" id="{45763693-B592-3988-9CEF-45D150B4B478}"/>
              </a:ext>
            </a:extLst>
          </p:cNvPr>
          <p:cNvSpPr txBox="1"/>
          <p:nvPr/>
        </p:nvSpPr>
        <p:spPr>
          <a:xfrm>
            <a:off x="3085852" y="5237687"/>
            <a:ext cx="682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155,180</a:t>
            </a:r>
          </a:p>
        </p:txBody>
      </p:sp>
      <p:sp>
        <p:nvSpPr>
          <p:cNvPr id="1060" name="CuadroTexto 1059">
            <a:extLst>
              <a:ext uri="{FF2B5EF4-FFF2-40B4-BE49-F238E27FC236}">
                <a16:creationId xmlns:a16="http://schemas.microsoft.com/office/drawing/2014/main" id="{A1FCCE07-89C0-277F-7BA1-64406FA6A348}"/>
              </a:ext>
            </a:extLst>
          </p:cNvPr>
          <p:cNvSpPr txBox="1"/>
          <p:nvPr/>
        </p:nvSpPr>
        <p:spPr>
          <a:xfrm>
            <a:off x="3060111" y="5513761"/>
            <a:ext cx="682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180,165</a:t>
            </a:r>
          </a:p>
        </p:txBody>
      </p:sp>
      <p:sp>
        <p:nvSpPr>
          <p:cNvPr id="1061" name="CuadroTexto 1060">
            <a:extLst>
              <a:ext uri="{FF2B5EF4-FFF2-40B4-BE49-F238E27FC236}">
                <a16:creationId xmlns:a16="http://schemas.microsoft.com/office/drawing/2014/main" id="{9C447A55-A9E4-E3AD-5CCC-598E23A8DF0A}"/>
              </a:ext>
            </a:extLst>
          </p:cNvPr>
          <p:cNvSpPr txBox="1"/>
          <p:nvPr/>
        </p:nvSpPr>
        <p:spPr>
          <a:xfrm>
            <a:off x="2116858" y="5957283"/>
            <a:ext cx="682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230,270</a:t>
            </a:r>
          </a:p>
        </p:txBody>
      </p:sp>
      <p:sp>
        <p:nvSpPr>
          <p:cNvPr id="1062" name="CuadroTexto 1061">
            <a:extLst>
              <a:ext uri="{FF2B5EF4-FFF2-40B4-BE49-F238E27FC236}">
                <a16:creationId xmlns:a16="http://schemas.microsoft.com/office/drawing/2014/main" id="{35F215FB-0A32-4A07-316D-9DF99DBD86C6}"/>
              </a:ext>
            </a:extLst>
          </p:cNvPr>
          <p:cNvSpPr txBox="1"/>
          <p:nvPr/>
        </p:nvSpPr>
        <p:spPr>
          <a:xfrm>
            <a:off x="3901951" y="5966153"/>
            <a:ext cx="682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230,95</a:t>
            </a:r>
          </a:p>
        </p:txBody>
      </p:sp>
      <p:sp>
        <p:nvSpPr>
          <p:cNvPr id="1063" name="CuadroTexto 1062">
            <a:extLst>
              <a:ext uri="{FF2B5EF4-FFF2-40B4-BE49-F238E27FC236}">
                <a16:creationId xmlns:a16="http://schemas.microsoft.com/office/drawing/2014/main" id="{EBFFA66D-B1F6-293A-5ECE-1E02EB38384C}"/>
              </a:ext>
            </a:extLst>
          </p:cNvPr>
          <p:cNvSpPr txBox="1"/>
          <p:nvPr/>
        </p:nvSpPr>
        <p:spPr>
          <a:xfrm>
            <a:off x="1859292" y="5500023"/>
            <a:ext cx="682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207,283</a:t>
            </a:r>
          </a:p>
        </p:txBody>
      </p:sp>
      <p:sp>
        <p:nvSpPr>
          <p:cNvPr id="1064" name="CuadroTexto 1063">
            <a:extLst>
              <a:ext uri="{FF2B5EF4-FFF2-40B4-BE49-F238E27FC236}">
                <a16:creationId xmlns:a16="http://schemas.microsoft.com/office/drawing/2014/main" id="{DD7231EE-E054-AF13-E39D-549C0C395B8D}"/>
              </a:ext>
            </a:extLst>
          </p:cNvPr>
          <p:cNvSpPr txBox="1"/>
          <p:nvPr/>
        </p:nvSpPr>
        <p:spPr>
          <a:xfrm>
            <a:off x="1247345" y="6194978"/>
            <a:ext cx="62962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highlight>
                  <a:srgbClr val="C0C0C0"/>
                </a:highlight>
              </a:rPr>
              <a:t>229,306</a:t>
            </a:r>
          </a:p>
        </p:txBody>
      </p:sp>
      <p:sp>
        <p:nvSpPr>
          <p:cNvPr id="1065" name="CuadroTexto 1064">
            <a:extLst>
              <a:ext uri="{FF2B5EF4-FFF2-40B4-BE49-F238E27FC236}">
                <a16:creationId xmlns:a16="http://schemas.microsoft.com/office/drawing/2014/main" id="{26BD7C93-79E2-115B-A478-3C58350E9211}"/>
              </a:ext>
            </a:extLst>
          </p:cNvPr>
          <p:cNvSpPr txBox="1"/>
          <p:nvPr/>
        </p:nvSpPr>
        <p:spPr>
          <a:xfrm>
            <a:off x="1789895" y="6088264"/>
            <a:ext cx="682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230,300</a:t>
            </a:r>
          </a:p>
        </p:txBody>
      </p:sp>
      <p:cxnSp>
        <p:nvCxnSpPr>
          <p:cNvPr id="1066" name="Conector recto de flecha 1065">
            <a:extLst>
              <a:ext uri="{FF2B5EF4-FFF2-40B4-BE49-F238E27FC236}">
                <a16:creationId xmlns:a16="http://schemas.microsoft.com/office/drawing/2014/main" id="{70F126EB-73E9-5EC5-1089-DFA4BC1832CA}"/>
              </a:ext>
            </a:extLst>
          </p:cNvPr>
          <p:cNvCxnSpPr>
            <a:cxnSpLocks/>
          </p:cNvCxnSpPr>
          <p:nvPr/>
        </p:nvCxnSpPr>
        <p:spPr>
          <a:xfrm flipV="1">
            <a:off x="1956329" y="6017798"/>
            <a:ext cx="25246" cy="13282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Conector recto de flecha 1068">
            <a:extLst>
              <a:ext uri="{FF2B5EF4-FFF2-40B4-BE49-F238E27FC236}">
                <a16:creationId xmlns:a16="http://schemas.microsoft.com/office/drawing/2014/main" id="{20A35E2A-A6BF-0C09-C5F6-399F7D9CDFCF}"/>
              </a:ext>
            </a:extLst>
          </p:cNvPr>
          <p:cNvCxnSpPr>
            <a:cxnSpLocks/>
          </p:cNvCxnSpPr>
          <p:nvPr/>
        </p:nvCxnSpPr>
        <p:spPr>
          <a:xfrm flipV="1">
            <a:off x="1801842" y="6067272"/>
            <a:ext cx="114901" cy="18289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Conector recto de flecha 1070">
            <a:extLst>
              <a:ext uri="{FF2B5EF4-FFF2-40B4-BE49-F238E27FC236}">
                <a16:creationId xmlns:a16="http://schemas.microsoft.com/office/drawing/2014/main" id="{668EB973-86E5-0888-0199-2993A447BF7F}"/>
              </a:ext>
            </a:extLst>
          </p:cNvPr>
          <p:cNvCxnSpPr>
            <a:cxnSpLocks/>
          </p:cNvCxnSpPr>
          <p:nvPr/>
        </p:nvCxnSpPr>
        <p:spPr>
          <a:xfrm>
            <a:off x="2040572" y="5685961"/>
            <a:ext cx="116416" cy="14631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CuadroTexto 1076">
            <a:extLst>
              <a:ext uri="{FF2B5EF4-FFF2-40B4-BE49-F238E27FC236}">
                <a16:creationId xmlns:a16="http://schemas.microsoft.com/office/drawing/2014/main" id="{30DE3D5E-8F9B-EF72-73F1-10CB87396C66}"/>
              </a:ext>
            </a:extLst>
          </p:cNvPr>
          <p:cNvSpPr txBox="1"/>
          <p:nvPr/>
        </p:nvSpPr>
        <p:spPr>
          <a:xfrm>
            <a:off x="3870977" y="5562551"/>
            <a:ext cx="682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207,103</a:t>
            </a:r>
          </a:p>
        </p:txBody>
      </p:sp>
      <p:cxnSp>
        <p:nvCxnSpPr>
          <p:cNvPr id="1078" name="Conector recto de flecha 1077">
            <a:extLst>
              <a:ext uri="{FF2B5EF4-FFF2-40B4-BE49-F238E27FC236}">
                <a16:creationId xmlns:a16="http://schemas.microsoft.com/office/drawing/2014/main" id="{86A273EF-6C54-49D8-324E-545889ED020B}"/>
              </a:ext>
            </a:extLst>
          </p:cNvPr>
          <p:cNvCxnSpPr>
            <a:cxnSpLocks/>
          </p:cNvCxnSpPr>
          <p:nvPr/>
        </p:nvCxnSpPr>
        <p:spPr>
          <a:xfrm flipH="1">
            <a:off x="3946932" y="5743044"/>
            <a:ext cx="144366" cy="11970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1" name="CuadroTexto 1080">
            <a:extLst>
              <a:ext uri="{FF2B5EF4-FFF2-40B4-BE49-F238E27FC236}">
                <a16:creationId xmlns:a16="http://schemas.microsoft.com/office/drawing/2014/main" id="{15AF30CB-E902-08AC-9516-E7BEC069509D}"/>
              </a:ext>
            </a:extLst>
          </p:cNvPr>
          <p:cNvSpPr txBox="1"/>
          <p:nvPr/>
        </p:nvSpPr>
        <p:spPr>
          <a:xfrm>
            <a:off x="3043907" y="6194978"/>
            <a:ext cx="62962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highlight>
                  <a:srgbClr val="C0C0C0"/>
                </a:highlight>
              </a:rPr>
              <a:t>229,126</a:t>
            </a:r>
          </a:p>
        </p:txBody>
      </p:sp>
      <p:sp>
        <p:nvSpPr>
          <p:cNvPr id="1082" name="CuadroTexto 1081">
            <a:extLst>
              <a:ext uri="{FF2B5EF4-FFF2-40B4-BE49-F238E27FC236}">
                <a16:creationId xmlns:a16="http://schemas.microsoft.com/office/drawing/2014/main" id="{65C4066F-99C5-7F2B-27F1-F4F708CFB7AC}"/>
              </a:ext>
            </a:extLst>
          </p:cNvPr>
          <p:cNvSpPr txBox="1"/>
          <p:nvPr/>
        </p:nvSpPr>
        <p:spPr>
          <a:xfrm>
            <a:off x="3684424" y="6183807"/>
            <a:ext cx="682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230,120</a:t>
            </a:r>
          </a:p>
        </p:txBody>
      </p:sp>
      <p:cxnSp>
        <p:nvCxnSpPr>
          <p:cNvPr id="1083" name="Conector recto de flecha 1082">
            <a:extLst>
              <a:ext uri="{FF2B5EF4-FFF2-40B4-BE49-F238E27FC236}">
                <a16:creationId xmlns:a16="http://schemas.microsoft.com/office/drawing/2014/main" id="{0DD983D8-CA25-2E1E-0A94-D7A9DDACF461}"/>
              </a:ext>
            </a:extLst>
          </p:cNvPr>
          <p:cNvCxnSpPr>
            <a:cxnSpLocks/>
          </p:cNvCxnSpPr>
          <p:nvPr/>
        </p:nvCxnSpPr>
        <p:spPr>
          <a:xfrm flipH="1" flipV="1">
            <a:off x="3778137" y="6017798"/>
            <a:ext cx="95559" cy="2308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de flecha 1083">
            <a:extLst>
              <a:ext uri="{FF2B5EF4-FFF2-40B4-BE49-F238E27FC236}">
                <a16:creationId xmlns:a16="http://schemas.microsoft.com/office/drawing/2014/main" id="{DA79C64E-1792-11BC-D23F-6B5F447E0B3A}"/>
              </a:ext>
            </a:extLst>
          </p:cNvPr>
          <p:cNvCxnSpPr>
            <a:cxnSpLocks/>
          </p:cNvCxnSpPr>
          <p:nvPr/>
        </p:nvCxnSpPr>
        <p:spPr>
          <a:xfrm flipV="1">
            <a:off x="3598404" y="6067272"/>
            <a:ext cx="114901" cy="18289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85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826D9F-D515-3B25-0DF5-13F0B948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85349CF9-4977-498A-0890-C84F4ACD100B}"/>
              </a:ext>
            </a:extLst>
          </p:cNvPr>
          <p:cNvGrpSpPr/>
          <p:nvPr/>
        </p:nvGrpSpPr>
        <p:grpSpPr>
          <a:xfrm rot="16200000">
            <a:off x="3583931" y="1724224"/>
            <a:ext cx="4286848" cy="2553056"/>
            <a:chOff x="6110886" y="881614"/>
            <a:chExt cx="4286848" cy="2553056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A69DA61B-C583-9206-C9D7-41F5AE648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0886" y="881614"/>
              <a:ext cx="4286848" cy="2553056"/>
            </a:xfrm>
            <a:prstGeom prst="rect">
              <a:avLst/>
            </a:prstGeom>
          </p:spPr>
        </p:pic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1E682F62-92AF-B960-43EA-BB1FEA5DE380}"/>
                </a:ext>
              </a:extLst>
            </p:cNvPr>
            <p:cNvSpPr/>
            <p:nvPr/>
          </p:nvSpPr>
          <p:spPr>
            <a:xfrm>
              <a:off x="6909231" y="1027882"/>
              <a:ext cx="3057338" cy="226429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FD10024E-3DC2-E767-3E14-79272E1BBB30}"/>
              </a:ext>
            </a:extLst>
          </p:cNvPr>
          <p:cNvSpPr/>
          <p:nvPr/>
        </p:nvSpPr>
        <p:spPr>
          <a:xfrm rot="16200000">
            <a:off x="5282602" y="3295298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89737F5-E3FC-D5F4-83DA-FB83857AE0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25" b="10025"/>
          <a:stretch>
            <a:fillRect/>
          </a:stretch>
        </p:blipFill>
        <p:spPr bwMode="auto">
          <a:xfrm>
            <a:off x="4760286" y="1288493"/>
            <a:ext cx="1934137" cy="305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920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968B4F8-9451-5460-F573-4FE18C3609AB}"/>
              </a:ext>
            </a:extLst>
          </p:cNvPr>
          <p:cNvSpPr/>
          <p:nvPr/>
        </p:nvSpPr>
        <p:spPr>
          <a:xfrm>
            <a:off x="67046" y="64192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164FDC9-DBF7-0757-8A81-1FFA2E8EFCD2}"/>
              </a:ext>
            </a:extLst>
          </p:cNvPr>
          <p:cNvSpPr txBox="1"/>
          <p:nvPr/>
        </p:nvSpPr>
        <p:spPr>
          <a:xfrm>
            <a:off x="116468" y="77521"/>
            <a:ext cx="30079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TESTS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251CA66-EF6C-80A8-D91F-E70C6B386BEA}"/>
              </a:ext>
            </a:extLst>
          </p:cNvPr>
          <p:cNvSpPr/>
          <p:nvPr/>
        </p:nvSpPr>
        <p:spPr>
          <a:xfrm>
            <a:off x="67046" y="64192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6049236-B509-2FAA-EAA0-F31BC9436DC7}"/>
              </a:ext>
            </a:extLst>
          </p:cNvPr>
          <p:cNvSpPr txBox="1"/>
          <p:nvPr/>
        </p:nvSpPr>
        <p:spPr>
          <a:xfrm>
            <a:off x="116468" y="383238"/>
            <a:ext cx="2522382" cy="1826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s-ES" sz="1600" dirty="0">
                <a:latin typeface="Consolas" panose="020B0609020204030204" pitchFamily="49" charset="0"/>
              </a:rPr>
              <a:t>INCLINACION: 20º</a:t>
            </a:r>
          </a:p>
          <a:p>
            <a:pPr>
              <a:spcAft>
                <a:spcPts val="400"/>
              </a:spcAft>
            </a:pPr>
            <a:r>
              <a:rPr lang="es-ES" sz="1600" dirty="0">
                <a:latin typeface="Consolas" panose="020B0609020204030204" pitchFamily="49" charset="0"/>
              </a:rPr>
              <a:t>BALANZA: 62.50kg</a:t>
            </a:r>
          </a:p>
          <a:p>
            <a:pPr>
              <a:spcAft>
                <a:spcPts val="400"/>
              </a:spcAft>
            </a:pPr>
            <a:r>
              <a:rPr lang="es-ES" sz="1600" dirty="0">
                <a:latin typeface="Consolas" panose="020B0609020204030204" pitchFamily="49" charset="0"/>
              </a:rPr>
              <a:t>BARANDALES: </a:t>
            </a:r>
            <a:r>
              <a:rPr lang="es-E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ARRIBA</a:t>
            </a:r>
          </a:p>
          <a:p>
            <a:pPr>
              <a:spcAft>
                <a:spcPts val="400"/>
              </a:spcAft>
            </a:pPr>
            <a:r>
              <a:rPr lang="es-ES" sz="1600" dirty="0">
                <a:latin typeface="Consolas" panose="020B0609020204030204" pitchFamily="49" charset="0"/>
              </a:rPr>
              <a:t>FRENO:   </a:t>
            </a:r>
            <a:r>
              <a:rPr lang="es-ES" sz="1600" dirty="0">
                <a:solidFill>
                  <a:srgbClr val="FF0000"/>
                </a:solidFill>
                <a:latin typeface="Consolas" panose="020B0609020204030204" pitchFamily="49" charset="0"/>
              </a:rPr>
              <a:t>NO</a:t>
            </a:r>
          </a:p>
          <a:p>
            <a:pPr>
              <a:spcAft>
                <a:spcPts val="400"/>
              </a:spcAft>
            </a:pPr>
            <a:r>
              <a:rPr lang="es-ES" sz="1600" dirty="0">
                <a:latin typeface="Consolas" panose="020B0609020204030204" pitchFamily="49" charset="0"/>
              </a:rPr>
              <a:t>TECLADO: </a:t>
            </a:r>
            <a:r>
              <a:rPr lang="es-ES" sz="1600" dirty="0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</a:p>
          <a:p>
            <a:pPr>
              <a:spcAft>
                <a:spcPts val="400"/>
              </a:spcAft>
            </a:pPr>
            <a:r>
              <a:rPr lang="es-ES" sz="1600" dirty="0">
                <a:latin typeface="Consolas" panose="020B0609020204030204" pitchFamily="49" charset="0"/>
              </a:rPr>
              <a:t>ALTURA: 33 cm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7F81CE6-655C-8559-A9A0-2BEC333E4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72"/>
          <a:stretch>
            <a:fillRect/>
          </a:stretch>
        </p:blipFill>
        <p:spPr>
          <a:xfrm>
            <a:off x="2410115" y="1345623"/>
            <a:ext cx="714269" cy="969535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C5F70D6C-A7DC-CA5E-0759-1C9B23ED3B1F}"/>
              </a:ext>
            </a:extLst>
          </p:cNvPr>
          <p:cNvSpPr/>
          <p:nvPr/>
        </p:nvSpPr>
        <p:spPr>
          <a:xfrm>
            <a:off x="3173806" y="62699"/>
            <a:ext cx="3057338" cy="22642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873210A-0283-E125-582F-CAB7D84D5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369" y="354646"/>
            <a:ext cx="1162212" cy="151468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748DE27-FC13-4666-04CD-3FF2B466B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581" y="2020749"/>
            <a:ext cx="847843" cy="266737"/>
          </a:xfrm>
          <a:prstGeom prst="rect">
            <a:avLst/>
          </a:prstGeom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620CEE0E-E239-BAF2-1120-B7D76707D538}"/>
              </a:ext>
            </a:extLst>
          </p:cNvPr>
          <p:cNvGrpSpPr/>
          <p:nvPr/>
        </p:nvGrpSpPr>
        <p:grpSpPr>
          <a:xfrm>
            <a:off x="6858590" y="553966"/>
            <a:ext cx="863464" cy="863464"/>
            <a:chOff x="7000740" y="3212616"/>
            <a:chExt cx="2486470" cy="2486470"/>
          </a:xfrm>
        </p:grpSpPr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8485CB68-3DFD-D4DA-3F97-3BD7D48F5E51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35" name="Grupo 34">
                <a:extLst>
                  <a:ext uri="{FF2B5EF4-FFF2-40B4-BE49-F238E27FC236}">
                    <a16:creationId xmlns:a16="http://schemas.microsoft.com/office/drawing/2014/main" id="{6258A42C-D0FF-30CB-42BD-BD586BE2FCBB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F0D0306F-AEFC-E173-A8DD-132F175E476B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42" name="Grupo 41">
                  <a:extLst>
                    <a:ext uri="{FF2B5EF4-FFF2-40B4-BE49-F238E27FC236}">
                      <a16:creationId xmlns:a16="http://schemas.microsoft.com/office/drawing/2014/main" id="{82F13809-A830-4D87-42EB-A0E8F11426FD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45" name="Diagrama de flujo: terminador 44">
                    <a:extLst>
                      <a:ext uri="{FF2B5EF4-FFF2-40B4-BE49-F238E27FC236}">
                        <a16:creationId xmlns:a16="http://schemas.microsoft.com/office/drawing/2014/main" id="{A9C06FF5-CBD2-0747-1854-E6AD90171C9E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46" name="Trapecio 45">
                    <a:extLst>
                      <a:ext uri="{FF2B5EF4-FFF2-40B4-BE49-F238E27FC236}">
                        <a16:creationId xmlns:a16="http://schemas.microsoft.com/office/drawing/2014/main" id="{DAABD19B-193A-B00F-F4BD-AB83EFAF3A40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43" name="Diagrama de flujo: terminador 42">
                  <a:extLst>
                    <a:ext uri="{FF2B5EF4-FFF2-40B4-BE49-F238E27FC236}">
                      <a16:creationId xmlns:a16="http://schemas.microsoft.com/office/drawing/2014/main" id="{2F1395D0-0B65-6D8C-B924-1D074713E2D9}"/>
                    </a:ext>
                  </a:extLst>
                </p:cNvPr>
                <p:cNvSpPr/>
                <p:nvPr/>
              </p:nvSpPr>
              <p:spPr>
                <a:xfrm rot="165214">
                  <a:off x="8174576" y="2510728"/>
                  <a:ext cx="842457" cy="236598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44" name="Conector recto 43">
                  <a:extLst>
                    <a:ext uri="{FF2B5EF4-FFF2-40B4-BE49-F238E27FC236}">
                      <a16:creationId xmlns:a16="http://schemas.microsoft.com/office/drawing/2014/main" id="{5F89AC57-8FFF-9025-5B43-BD1F25C3DD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E2669A86-03CF-82DC-3E8C-2557B7A1FBB9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FED09AEE-3510-BDA1-A752-28217E85CDFE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CD68678B-E68A-FE9E-D3DC-C60F168C3421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D49A623C-E08D-5015-EBF7-2FB22A459ACA}"/>
                  </a:ext>
                </a:extLst>
              </p:cNvPr>
              <p:cNvSpPr/>
              <p:nvPr/>
            </p:nvSpPr>
            <p:spPr>
              <a:xfrm rot="2033707">
                <a:off x="8102982" y="4197580"/>
                <a:ext cx="388150" cy="131654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E9CA5D16-EF3B-88CB-12EA-37518B8849E0}"/>
                  </a:ext>
                </a:extLst>
              </p:cNvPr>
              <p:cNvSpPr/>
              <p:nvPr/>
            </p:nvSpPr>
            <p:spPr>
              <a:xfrm rot="2033707">
                <a:off x="7985680" y="4193293"/>
                <a:ext cx="388150" cy="138952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33" name="Arco 32">
              <a:extLst>
                <a:ext uri="{FF2B5EF4-FFF2-40B4-BE49-F238E27FC236}">
                  <a16:creationId xmlns:a16="http://schemas.microsoft.com/office/drawing/2014/main" id="{C7737AD2-C5F8-39A8-5482-816ED6CB4AD6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34925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38AA7E7A-F127-6B82-2003-D4608BFE5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4127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733FCF6F-2229-4097-924A-A3CE83973819}"/>
              </a:ext>
            </a:extLst>
          </p:cNvPr>
          <p:cNvSpPr/>
          <p:nvPr/>
        </p:nvSpPr>
        <p:spPr>
          <a:xfrm>
            <a:off x="6943578" y="1263031"/>
            <a:ext cx="569102" cy="569102"/>
          </a:xfrm>
          <a:prstGeom prst="roundRect">
            <a:avLst/>
          </a:prstGeom>
          <a:noFill/>
          <a:ln w="28575">
            <a:solidFill>
              <a:srgbClr val="2A3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0FDFAAE3-38AE-ECA2-8B55-163234EB6EB2}"/>
              </a:ext>
            </a:extLst>
          </p:cNvPr>
          <p:cNvCxnSpPr>
            <a:cxnSpLocks/>
          </p:cNvCxnSpPr>
          <p:nvPr/>
        </p:nvCxnSpPr>
        <p:spPr>
          <a:xfrm>
            <a:off x="7228129" y="1299912"/>
            <a:ext cx="0" cy="495339"/>
          </a:xfrm>
          <a:prstGeom prst="straightConnector1">
            <a:avLst/>
          </a:prstGeom>
          <a:ln w="38100">
            <a:solidFill>
              <a:srgbClr val="78B39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85B54E8-635B-1DE7-50A4-2D93F60DC0F2}"/>
              </a:ext>
            </a:extLst>
          </p:cNvPr>
          <p:cNvSpPr/>
          <p:nvPr/>
        </p:nvSpPr>
        <p:spPr>
          <a:xfrm>
            <a:off x="7180892" y="1483193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01E37F9D-7BAD-34AC-B109-BE2ADF9270B2}"/>
              </a:ext>
            </a:extLst>
          </p:cNvPr>
          <p:cNvCxnSpPr>
            <a:cxnSpLocks/>
          </p:cNvCxnSpPr>
          <p:nvPr/>
        </p:nvCxnSpPr>
        <p:spPr>
          <a:xfrm>
            <a:off x="7001448" y="1547581"/>
            <a:ext cx="453361" cy="0"/>
          </a:xfrm>
          <a:prstGeom prst="line">
            <a:avLst/>
          </a:prstGeom>
          <a:ln w="60325">
            <a:solidFill>
              <a:srgbClr val="2A31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F22ED936-F445-6802-B393-F752EBBC4C13}"/>
              </a:ext>
            </a:extLst>
          </p:cNvPr>
          <p:cNvSpPr/>
          <p:nvPr/>
        </p:nvSpPr>
        <p:spPr>
          <a:xfrm>
            <a:off x="6286438" y="65956"/>
            <a:ext cx="3051466" cy="3425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REVISAR FRENO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72B653EA-C6E9-7820-E76B-CBA68291E4AE}"/>
              </a:ext>
            </a:extLst>
          </p:cNvPr>
          <p:cNvSpPr/>
          <p:nvPr/>
        </p:nvSpPr>
        <p:spPr>
          <a:xfrm>
            <a:off x="6280566" y="1970796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3BFCEA6-30B2-1083-EE17-F578CDBC3440}"/>
              </a:ext>
            </a:extLst>
          </p:cNvPr>
          <p:cNvSpPr txBox="1"/>
          <p:nvPr/>
        </p:nvSpPr>
        <p:spPr>
          <a:xfrm>
            <a:off x="6701253" y="2000198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Balanza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8A65CD4-8A4D-A69B-4D64-B42191765143}"/>
              </a:ext>
            </a:extLst>
          </p:cNvPr>
          <p:cNvSpPr txBox="1"/>
          <p:nvPr/>
        </p:nvSpPr>
        <p:spPr>
          <a:xfrm>
            <a:off x="7910348" y="610222"/>
            <a:ext cx="68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49º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0ED8669-248C-92AD-FEA0-3E65F1FE9C6B}"/>
              </a:ext>
            </a:extLst>
          </p:cNvPr>
          <p:cNvSpPr txBox="1"/>
          <p:nvPr/>
        </p:nvSpPr>
        <p:spPr>
          <a:xfrm>
            <a:off x="7648899" y="1240532"/>
            <a:ext cx="137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</a:rPr>
              <a:t>POSICIÓN </a:t>
            </a:r>
          </a:p>
          <a:p>
            <a:pPr algn="ctr"/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</a:rPr>
              <a:t>NO SEGURA</a:t>
            </a:r>
            <a:endParaRPr lang="es-E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79EECBB-8417-5347-9072-47C2CCEDC9AF}"/>
              </a:ext>
            </a:extLst>
          </p:cNvPr>
          <p:cNvSpPr txBox="1"/>
          <p:nvPr/>
        </p:nvSpPr>
        <p:spPr>
          <a:xfrm>
            <a:off x="8412935" y="1998129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Apagar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1791360-BC0F-ACB3-9369-2A20D558D1AB}"/>
              </a:ext>
            </a:extLst>
          </p:cNvPr>
          <p:cNvSpPr/>
          <p:nvPr/>
        </p:nvSpPr>
        <p:spPr>
          <a:xfrm>
            <a:off x="6392403" y="2038289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0302DA57-EA31-D3B8-82C3-8C51A8E9A51C}"/>
              </a:ext>
            </a:extLst>
          </p:cNvPr>
          <p:cNvSpPr txBox="1"/>
          <p:nvPr/>
        </p:nvSpPr>
        <p:spPr>
          <a:xfrm>
            <a:off x="6375435" y="1992925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6E614BE2-7467-3AA1-2FB2-D6BF245564D5}"/>
              </a:ext>
            </a:extLst>
          </p:cNvPr>
          <p:cNvSpPr/>
          <p:nvPr/>
        </p:nvSpPr>
        <p:spPr>
          <a:xfrm>
            <a:off x="8171578" y="2040608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FA4D4DA-D53C-72C7-964D-B25061D55D0E}"/>
              </a:ext>
            </a:extLst>
          </p:cNvPr>
          <p:cNvSpPr txBox="1"/>
          <p:nvPr/>
        </p:nvSpPr>
        <p:spPr>
          <a:xfrm>
            <a:off x="8152194" y="1990052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4E235520-0672-5B04-3819-2E6086B0DE1A}"/>
              </a:ext>
            </a:extLst>
          </p:cNvPr>
          <p:cNvSpPr/>
          <p:nvPr/>
        </p:nvSpPr>
        <p:spPr>
          <a:xfrm>
            <a:off x="6280566" y="64192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ADB83224-B16C-6F1B-66AD-29E3651171AD}"/>
              </a:ext>
            </a:extLst>
          </p:cNvPr>
          <p:cNvGrpSpPr/>
          <p:nvPr/>
        </p:nvGrpSpPr>
        <p:grpSpPr>
          <a:xfrm>
            <a:off x="645070" y="2840653"/>
            <a:ext cx="863464" cy="863464"/>
            <a:chOff x="7000740" y="3212616"/>
            <a:chExt cx="2486470" cy="2486470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3A724524-EEEF-BBDD-0E15-768EFF60A152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3690F1C1-9795-9D85-6C74-6F7CFC4A7AB8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26" name="Elipse 25">
                  <a:extLst>
                    <a:ext uri="{FF2B5EF4-FFF2-40B4-BE49-F238E27FC236}">
                      <a16:creationId xmlns:a16="http://schemas.microsoft.com/office/drawing/2014/main" id="{E83232BF-F435-D521-6832-ECDA4D295433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27" name="Grupo 26">
                  <a:extLst>
                    <a:ext uri="{FF2B5EF4-FFF2-40B4-BE49-F238E27FC236}">
                      <a16:creationId xmlns:a16="http://schemas.microsoft.com/office/drawing/2014/main" id="{07B999E7-66D5-9705-0434-4AAC77EE48F6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30" name="Diagrama de flujo: terminador 29">
                    <a:extLst>
                      <a:ext uri="{FF2B5EF4-FFF2-40B4-BE49-F238E27FC236}">
                        <a16:creationId xmlns:a16="http://schemas.microsoft.com/office/drawing/2014/main" id="{6434496D-429B-CE6D-3C54-69CD4381A544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3" name="Trapecio 62">
                    <a:extLst>
                      <a:ext uri="{FF2B5EF4-FFF2-40B4-BE49-F238E27FC236}">
                        <a16:creationId xmlns:a16="http://schemas.microsoft.com/office/drawing/2014/main" id="{8CD91863-BF83-4F40-8114-C42CC529DE5E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28" name="Diagrama de flujo: terminador 27">
                  <a:extLst>
                    <a:ext uri="{FF2B5EF4-FFF2-40B4-BE49-F238E27FC236}">
                      <a16:creationId xmlns:a16="http://schemas.microsoft.com/office/drawing/2014/main" id="{6C7CD5BE-DE48-3619-CBF3-3944FBA1797B}"/>
                    </a:ext>
                  </a:extLst>
                </p:cNvPr>
                <p:cNvSpPr/>
                <p:nvPr/>
              </p:nvSpPr>
              <p:spPr>
                <a:xfrm rot="165214">
                  <a:off x="8174576" y="2510728"/>
                  <a:ext cx="842457" cy="236598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29" name="Conector recto 28">
                  <a:extLst>
                    <a:ext uri="{FF2B5EF4-FFF2-40B4-BE49-F238E27FC236}">
                      <a16:creationId xmlns:a16="http://schemas.microsoft.com/office/drawing/2014/main" id="{32A70262-BC8F-4767-7EA4-4D236F2FF3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199FEB2F-57BB-15DF-07AC-B51CAE34A3F1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0056E1C4-F2B1-A216-88F7-8129325C0E54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2EB22009-BBB4-46AD-F5FA-A2CCEAC52712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4C1FA22F-29EF-BE38-6A5F-9AC803AD6FB2}"/>
                  </a:ext>
                </a:extLst>
              </p:cNvPr>
              <p:cNvSpPr/>
              <p:nvPr/>
            </p:nvSpPr>
            <p:spPr>
              <a:xfrm rot="2033707">
                <a:off x="8102982" y="4197580"/>
                <a:ext cx="388150" cy="131654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F5E0AD01-B0C8-3FAA-BBC3-E8A90CF4BDBE}"/>
                  </a:ext>
                </a:extLst>
              </p:cNvPr>
              <p:cNvSpPr/>
              <p:nvPr/>
            </p:nvSpPr>
            <p:spPr>
              <a:xfrm rot="2033707">
                <a:off x="7985680" y="4193293"/>
                <a:ext cx="388150" cy="138952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5" name="Arco 14">
              <a:extLst>
                <a:ext uri="{FF2B5EF4-FFF2-40B4-BE49-F238E27FC236}">
                  <a16:creationId xmlns:a16="http://schemas.microsoft.com/office/drawing/2014/main" id="{354E5822-BFD1-2028-7D01-2C35D57BA104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34925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9B2E7B99-147F-7382-EEE2-62D31400E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4127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4E6F479C-4E3C-9563-FF98-93C5DFAA1500}"/>
              </a:ext>
            </a:extLst>
          </p:cNvPr>
          <p:cNvSpPr/>
          <p:nvPr/>
        </p:nvSpPr>
        <p:spPr>
          <a:xfrm>
            <a:off x="730058" y="3549718"/>
            <a:ext cx="569102" cy="569102"/>
          </a:xfrm>
          <a:prstGeom prst="roundRect">
            <a:avLst/>
          </a:prstGeom>
          <a:noFill/>
          <a:ln w="28575">
            <a:solidFill>
              <a:srgbClr val="2A3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ABBC6E9-19DF-99BE-8099-7B07D9711781}"/>
              </a:ext>
            </a:extLst>
          </p:cNvPr>
          <p:cNvCxnSpPr>
            <a:cxnSpLocks/>
          </p:cNvCxnSpPr>
          <p:nvPr/>
        </p:nvCxnSpPr>
        <p:spPr>
          <a:xfrm>
            <a:off x="1014609" y="3586599"/>
            <a:ext cx="0" cy="495339"/>
          </a:xfrm>
          <a:prstGeom prst="straightConnector1">
            <a:avLst/>
          </a:prstGeom>
          <a:ln w="38100">
            <a:solidFill>
              <a:srgbClr val="78B39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335C0F71-F475-FC59-874B-80E5E7F51574}"/>
              </a:ext>
            </a:extLst>
          </p:cNvPr>
          <p:cNvSpPr/>
          <p:nvPr/>
        </p:nvSpPr>
        <p:spPr>
          <a:xfrm>
            <a:off x="967372" y="3769880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4CCC04CC-86C0-0E38-5B52-102AC09A5DBF}"/>
              </a:ext>
            </a:extLst>
          </p:cNvPr>
          <p:cNvCxnSpPr>
            <a:cxnSpLocks/>
          </p:cNvCxnSpPr>
          <p:nvPr/>
        </p:nvCxnSpPr>
        <p:spPr>
          <a:xfrm>
            <a:off x="787928" y="3834268"/>
            <a:ext cx="453361" cy="0"/>
          </a:xfrm>
          <a:prstGeom prst="line">
            <a:avLst/>
          </a:prstGeom>
          <a:ln w="60325">
            <a:solidFill>
              <a:srgbClr val="2A31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ángulo 67">
            <a:extLst>
              <a:ext uri="{FF2B5EF4-FFF2-40B4-BE49-F238E27FC236}">
                <a16:creationId xmlns:a16="http://schemas.microsoft.com/office/drawing/2014/main" id="{B3E25344-BDDB-1BE3-0959-556A20EF59E5}"/>
              </a:ext>
            </a:extLst>
          </p:cNvPr>
          <p:cNvSpPr/>
          <p:nvPr/>
        </p:nvSpPr>
        <p:spPr>
          <a:xfrm>
            <a:off x="67046" y="2364355"/>
            <a:ext cx="3057338" cy="342598"/>
          </a:xfrm>
          <a:prstGeom prst="rect">
            <a:avLst/>
          </a:prstGeom>
          <a:solidFill>
            <a:srgbClr val="8BFA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FRENO OK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46FC969C-0FAC-42CD-A5FF-DCA95DA9BD23}"/>
              </a:ext>
            </a:extLst>
          </p:cNvPr>
          <p:cNvSpPr/>
          <p:nvPr/>
        </p:nvSpPr>
        <p:spPr>
          <a:xfrm>
            <a:off x="67046" y="4257483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3C271193-9A3A-0259-8026-EAFEBE0D8C0E}"/>
              </a:ext>
            </a:extLst>
          </p:cNvPr>
          <p:cNvSpPr txBox="1"/>
          <p:nvPr/>
        </p:nvSpPr>
        <p:spPr>
          <a:xfrm>
            <a:off x="487733" y="4286885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Balanza</a:t>
            </a:r>
          </a:p>
        </p:txBody>
      </p:sp>
      <p:pic>
        <p:nvPicPr>
          <p:cNvPr id="71" name="Picture 2">
            <a:extLst>
              <a:ext uri="{FF2B5EF4-FFF2-40B4-BE49-F238E27FC236}">
                <a16:creationId xmlns:a16="http://schemas.microsoft.com/office/drawing/2014/main" id="{E95229F5-A8B4-08FB-F741-1A9C50D33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241097" y="3688782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C11EF30D-F099-A0A4-A84D-643065BB8348}"/>
              </a:ext>
            </a:extLst>
          </p:cNvPr>
          <p:cNvSpPr txBox="1"/>
          <p:nvPr/>
        </p:nvSpPr>
        <p:spPr>
          <a:xfrm>
            <a:off x="1696828" y="2896909"/>
            <a:ext cx="68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49º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D5DA803E-ECAE-E571-12AE-798EB05F20E3}"/>
              </a:ext>
            </a:extLst>
          </p:cNvPr>
          <p:cNvSpPr txBox="1"/>
          <p:nvPr/>
        </p:nvSpPr>
        <p:spPr>
          <a:xfrm>
            <a:off x="1435379" y="3527219"/>
            <a:ext cx="137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POSICIÓN </a:t>
            </a:r>
          </a:p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SEGURA</a:t>
            </a:r>
            <a:endParaRPr lang="es-E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09E51328-B415-F379-0B0F-21D86D56261B}"/>
              </a:ext>
            </a:extLst>
          </p:cNvPr>
          <p:cNvSpPr txBox="1"/>
          <p:nvPr/>
        </p:nvSpPr>
        <p:spPr>
          <a:xfrm>
            <a:off x="2199415" y="4284816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Apagar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BEBB30E-7381-76AB-8777-E72D0696CD96}"/>
              </a:ext>
            </a:extLst>
          </p:cNvPr>
          <p:cNvSpPr/>
          <p:nvPr/>
        </p:nvSpPr>
        <p:spPr>
          <a:xfrm>
            <a:off x="178883" y="4324976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6D66AF89-856A-F298-F553-AF079D5D36B2}"/>
              </a:ext>
            </a:extLst>
          </p:cNvPr>
          <p:cNvSpPr txBox="1"/>
          <p:nvPr/>
        </p:nvSpPr>
        <p:spPr>
          <a:xfrm>
            <a:off x="161915" y="4279612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C6E9E0E3-6DA7-04C5-0728-18DCBDC9CA0C}"/>
              </a:ext>
            </a:extLst>
          </p:cNvPr>
          <p:cNvSpPr/>
          <p:nvPr/>
        </p:nvSpPr>
        <p:spPr>
          <a:xfrm>
            <a:off x="1958058" y="432729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35EC812-C687-ED87-FFAF-C809F74151B9}"/>
              </a:ext>
            </a:extLst>
          </p:cNvPr>
          <p:cNvSpPr txBox="1"/>
          <p:nvPr/>
        </p:nvSpPr>
        <p:spPr>
          <a:xfrm>
            <a:off x="1938674" y="4276739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F6826600-3433-D74A-E94B-99D01B482149}"/>
              </a:ext>
            </a:extLst>
          </p:cNvPr>
          <p:cNvSpPr/>
          <p:nvPr/>
        </p:nvSpPr>
        <p:spPr>
          <a:xfrm>
            <a:off x="61457" y="2349115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1" name="Picture 10" descr="Cross Check Icon Symbol on Transparent Background 17178563 PNG">
            <a:extLst>
              <a:ext uri="{FF2B5EF4-FFF2-40B4-BE49-F238E27FC236}">
                <a16:creationId xmlns:a16="http://schemas.microsoft.com/office/drawing/2014/main" id="{964877E3-B272-9485-0BE5-7995D6ED8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471" y="1373997"/>
            <a:ext cx="351645" cy="351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E53F1F6A-1070-8EE0-BB4E-D43AC24806EB}"/>
              </a:ext>
            </a:extLst>
          </p:cNvPr>
          <p:cNvGrpSpPr/>
          <p:nvPr/>
        </p:nvGrpSpPr>
        <p:grpSpPr>
          <a:xfrm>
            <a:off x="3751121" y="2852954"/>
            <a:ext cx="863464" cy="863464"/>
            <a:chOff x="7000740" y="3212616"/>
            <a:chExt cx="2486470" cy="2486470"/>
          </a:xfrm>
        </p:grpSpPr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DAA3EE1A-A4A8-B223-D4A0-E4FB21B27F14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89" name="Grupo 88">
                <a:extLst>
                  <a:ext uri="{FF2B5EF4-FFF2-40B4-BE49-F238E27FC236}">
                    <a16:creationId xmlns:a16="http://schemas.microsoft.com/office/drawing/2014/main" id="{4DF2DB11-B045-3DC9-1C82-CCE19DE1B7B1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95" name="Elipse 94">
                  <a:extLst>
                    <a:ext uri="{FF2B5EF4-FFF2-40B4-BE49-F238E27FC236}">
                      <a16:creationId xmlns:a16="http://schemas.microsoft.com/office/drawing/2014/main" id="{C150CB85-4610-FAFC-D5CA-A7F45BB4F181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96" name="Grupo 95">
                  <a:extLst>
                    <a:ext uri="{FF2B5EF4-FFF2-40B4-BE49-F238E27FC236}">
                      <a16:creationId xmlns:a16="http://schemas.microsoft.com/office/drawing/2014/main" id="{635187F7-1F5B-5139-E9EC-820ECCC11251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99" name="Diagrama de flujo: terminador 98">
                    <a:extLst>
                      <a:ext uri="{FF2B5EF4-FFF2-40B4-BE49-F238E27FC236}">
                        <a16:creationId xmlns:a16="http://schemas.microsoft.com/office/drawing/2014/main" id="{D566A8A8-5232-CFB2-DD5D-461B46332B40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00" name="Trapecio 99">
                    <a:extLst>
                      <a:ext uri="{FF2B5EF4-FFF2-40B4-BE49-F238E27FC236}">
                        <a16:creationId xmlns:a16="http://schemas.microsoft.com/office/drawing/2014/main" id="{A0795990-5D05-6D83-A6ED-7282E9C19E76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97" name="Diagrama de flujo: terminador 96">
                  <a:extLst>
                    <a:ext uri="{FF2B5EF4-FFF2-40B4-BE49-F238E27FC236}">
                      <a16:creationId xmlns:a16="http://schemas.microsoft.com/office/drawing/2014/main" id="{781F892F-AA91-8C78-D0CA-D19FF032623D}"/>
                    </a:ext>
                  </a:extLst>
                </p:cNvPr>
                <p:cNvSpPr/>
                <p:nvPr/>
              </p:nvSpPr>
              <p:spPr>
                <a:xfrm rot="165214">
                  <a:off x="8174576" y="2510728"/>
                  <a:ext cx="842457" cy="236598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98" name="Conector recto 97">
                  <a:extLst>
                    <a:ext uri="{FF2B5EF4-FFF2-40B4-BE49-F238E27FC236}">
                      <a16:creationId xmlns:a16="http://schemas.microsoft.com/office/drawing/2014/main" id="{F9AAC6CB-EA87-E38F-F158-3B445A8584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0" name="Rectángulo 89">
                <a:extLst>
                  <a:ext uri="{FF2B5EF4-FFF2-40B4-BE49-F238E27FC236}">
                    <a16:creationId xmlns:a16="http://schemas.microsoft.com/office/drawing/2014/main" id="{DC00EEB2-C620-DBA3-E14E-F32AB47F5306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1" name="Rectángulo 90">
                <a:extLst>
                  <a:ext uri="{FF2B5EF4-FFF2-40B4-BE49-F238E27FC236}">
                    <a16:creationId xmlns:a16="http://schemas.microsoft.com/office/drawing/2014/main" id="{E7A551E6-DC42-5D7E-6547-01A14377F4C2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2" name="Rectángulo 91">
                <a:extLst>
                  <a:ext uri="{FF2B5EF4-FFF2-40B4-BE49-F238E27FC236}">
                    <a16:creationId xmlns:a16="http://schemas.microsoft.com/office/drawing/2014/main" id="{BD6930C8-5451-D980-8694-CC07EC15F23E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3" name="Rectángulo 92">
                <a:extLst>
                  <a:ext uri="{FF2B5EF4-FFF2-40B4-BE49-F238E27FC236}">
                    <a16:creationId xmlns:a16="http://schemas.microsoft.com/office/drawing/2014/main" id="{753B31E5-6D9F-D170-9DE7-4E1F70E377E4}"/>
                  </a:ext>
                </a:extLst>
              </p:cNvPr>
              <p:cNvSpPr/>
              <p:nvPr/>
            </p:nvSpPr>
            <p:spPr>
              <a:xfrm rot="2033707">
                <a:off x="8102982" y="4197580"/>
                <a:ext cx="388150" cy="131654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1BCFEEDC-FEC5-1B08-967E-B9AF0FE4FB62}"/>
                  </a:ext>
                </a:extLst>
              </p:cNvPr>
              <p:cNvSpPr/>
              <p:nvPr/>
            </p:nvSpPr>
            <p:spPr>
              <a:xfrm rot="2033707">
                <a:off x="7985680" y="4193293"/>
                <a:ext cx="388150" cy="138952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87" name="Arco 86">
              <a:extLst>
                <a:ext uri="{FF2B5EF4-FFF2-40B4-BE49-F238E27FC236}">
                  <a16:creationId xmlns:a16="http://schemas.microsoft.com/office/drawing/2014/main" id="{7219C11D-8D59-5EBE-6727-C6AEE58F5D50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34925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5C73D4AC-3A84-E8C8-B3F8-DEE7C4EC9C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4127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06F216FD-49F1-B32A-B857-C6DB8D865314}"/>
              </a:ext>
            </a:extLst>
          </p:cNvPr>
          <p:cNvSpPr/>
          <p:nvPr/>
        </p:nvSpPr>
        <p:spPr>
          <a:xfrm>
            <a:off x="3836109" y="3562019"/>
            <a:ext cx="569102" cy="569102"/>
          </a:xfrm>
          <a:prstGeom prst="roundRect">
            <a:avLst/>
          </a:prstGeom>
          <a:noFill/>
          <a:ln w="28575">
            <a:solidFill>
              <a:srgbClr val="2A31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2" name="Conector recto de flecha 101">
            <a:extLst>
              <a:ext uri="{FF2B5EF4-FFF2-40B4-BE49-F238E27FC236}">
                <a16:creationId xmlns:a16="http://schemas.microsoft.com/office/drawing/2014/main" id="{DBF86321-D2CB-D26A-601C-EB427C35EAAF}"/>
              </a:ext>
            </a:extLst>
          </p:cNvPr>
          <p:cNvCxnSpPr>
            <a:cxnSpLocks/>
          </p:cNvCxnSpPr>
          <p:nvPr/>
        </p:nvCxnSpPr>
        <p:spPr>
          <a:xfrm>
            <a:off x="4120660" y="3598900"/>
            <a:ext cx="0" cy="495339"/>
          </a:xfrm>
          <a:prstGeom prst="straightConnector1">
            <a:avLst/>
          </a:prstGeom>
          <a:ln w="38100">
            <a:solidFill>
              <a:srgbClr val="78B39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AF66260D-57A3-CE75-6E08-28BB217C4AAA}"/>
              </a:ext>
            </a:extLst>
          </p:cNvPr>
          <p:cNvSpPr/>
          <p:nvPr/>
        </p:nvSpPr>
        <p:spPr>
          <a:xfrm>
            <a:off x="4073423" y="3782181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436E4BA9-AA96-1790-A7E7-416C9164A1D0}"/>
              </a:ext>
            </a:extLst>
          </p:cNvPr>
          <p:cNvCxnSpPr>
            <a:cxnSpLocks/>
          </p:cNvCxnSpPr>
          <p:nvPr/>
        </p:nvCxnSpPr>
        <p:spPr>
          <a:xfrm>
            <a:off x="3893979" y="3846569"/>
            <a:ext cx="453361" cy="0"/>
          </a:xfrm>
          <a:prstGeom prst="line">
            <a:avLst/>
          </a:prstGeom>
          <a:ln w="60325">
            <a:solidFill>
              <a:srgbClr val="2A31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2">
            <a:extLst>
              <a:ext uri="{FF2B5EF4-FFF2-40B4-BE49-F238E27FC236}">
                <a16:creationId xmlns:a16="http://schemas.microsoft.com/office/drawing/2014/main" id="{30A778B4-CA86-F2F6-7681-97629528E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3347148" y="3701083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CuadroTexto 105">
            <a:extLst>
              <a:ext uri="{FF2B5EF4-FFF2-40B4-BE49-F238E27FC236}">
                <a16:creationId xmlns:a16="http://schemas.microsoft.com/office/drawing/2014/main" id="{C060DE35-1CE2-431B-BBCC-5479264CB1FC}"/>
              </a:ext>
            </a:extLst>
          </p:cNvPr>
          <p:cNvSpPr txBox="1"/>
          <p:nvPr/>
        </p:nvSpPr>
        <p:spPr>
          <a:xfrm>
            <a:off x="4802879" y="2909210"/>
            <a:ext cx="68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49º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B5874F85-8EF4-7069-26D2-840459C5DFBA}"/>
              </a:ext>
            </a:extLst>
          </p:cNvPr>
          <p:cNvSpPr txBox="1"/>
          <p:nvPr/>
        </p:nvSpPr>
        <p:spPr>
          <a:xfrm>
            <a:off x="4541430" y="3539520"/>
            <a:ext cx="1370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POSICIÓN </a:t>
            </a:r>
          </a:p>
          <a:p>
            <a:pPr algn="ctr"/>
            <a:r>
              <a:rPr lang="es-ES" dirty="0">
                <a:solidFill>
                  <a:srgbClr val="00B050"/>
                </a:solidFill>
                <a:latin typeface="Consolas" panose="020B0609020204030204" pitchFamily="49" charset="0"/>
              </a:rPr>
              <a:t>SEGURA</a:t>
            </a:r>
            <a:endParaRPr lang="es-E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9CA9CFD7-14BF-5366-0A65-D64FCD904919}"/>
              </a:ext>
            </a:extLst>
          </p:cNvPr>
          <p:cNvSpPr/>
          <p:nvPr/>
        </p:nvSpPr>
        <p:spPr>
          <a:xfrm>
            <a:off x="3172358" y="2847894"/>
            <a:ext cx="3057338" cy="1306730"/>
          </a:xfrm>
          <a:prstGeom prst="rect">
            <a:avLst/>
          </a:prstGeom>
          <a:solidFill>
            <a:srgbClr val="FFF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pic>
        <p:nvPicPr>
          <p:cNvPr id="109" name="Imagen 108">
            <a:extLst>
              <a:ext uri="{FF2B5EF4-FFF2-40B4-BE49-F238E27FC236}">
                <a16:creationId xmlns:a16="http://schemas.microsoft.com/office/drawing/2014/main" id="{043A0CDD-8791-7AC6-A98C-32D057BF8A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408" y="2928601"/>
            <a:ext cx="341371" cy="341371"/>
          </a:xfrm>
          <a:prstGeom prst="rect">
            <a:avLst/>
          </a:prstGeom>
        </p:spPr>
      </p:pic>
      <p:sp>
        <p:nvSpPr>
          <p:cNvPr id="110" name="CuadroTexto 109">
            <a:extLst>
              <a:ext uri="{FF2B5EF4-FFF2-40B4-BE49-F238E27FC236}">
                <a16:creationId xmlns:a16="http://schemas.microsoft.com/office/drawing/2014/main" id="{1DD3FD52-A566-3F32-3919-3DA9F119E04C}"/>
              </a:ext>
            </a:extLst>
          </p:cNvPr>
          <p:cNvSpPr txBox="1"/>
          <p:nvPr/>
        </p:nvSpPr>
        <p:spPr>
          <a:xfrm>
            <a:off x="4218399" y="2945624"/>
            <a:ext cx="12606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ATENCIÓN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0B637B33-4106-6DA2-200E-6021E63019FD}"/>
              </a:ext>
            </a:extLst>
          </p:cNvPr>
          <p:cNvSpPr txBox="1"/>
          <p:nvPr/>
        </p:nvSpPr>
        <p:spPr>
          <a:xfrm>
            <a:off x="3760845" y="3512218"/>
            <a:ext cx="19260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BARANDALES BAJOS</a:t>
            </a:r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2FF97D64-5ECD-439B-9D83-EA9C792D2E2B}"/>
              </a:ext>
            </a:extLst>
          </p:cNvPr>
          <p:cNvSpPr/>
          <p:nvPr/>
        </p:nvSpPr>
        <p:spPr>
          <a:xfrm>
            <a:off x="3778684" y="3505002"/>
            <a:ext cx="1879415" cy="340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71F70383-46B4-EE3D-4909-20A8F92FEBA2}"/>
              </a:ext>
            </a:extLst>
          </p:cNvPr>
          <p:cNvSpPr/>
          <p:nvPr/>
        </p:nvSpPr>
        <p:spPr>
          <a:xfrm>
            <a:off x="3177947" y="2359528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7EEF421F-817F-FC87-47D9-A7703B5D8A71}"/>
              </a:ext>
            </a:extLst>
          </p:cNvPr>
          <p:cNvSpPr/>
          <p:nvPr/>
        </p:nvSpPr>
        <p:spPr>
          <a:xfrm>
            <a:off x="7191287" y="3767597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3D439287-A344-F97E-5E48-B6DD97BAB5D6}"/>
              </a:ext>
            </a:extLst>
          </p:cNvPr>
          <p:cNvSpPr/>
          <p:nvPr/>
        </p:nvSpPr>
        <p:spPr>
          <a:xfrm>
            <a:off x="6290961" y="2346832"/>
            <a:ext cx="3057338" cy="342598"/>
          </a:xfrm>
          <a:prstGeom prst="rect">
            <a:avLst/>
          </a:prstGeom>
          <a:solidFill>
            <a:srgbClr val="EC7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870B14B1-880E-F63F-2662-EB9C63E35A1B}"/>
              </a:ext>
            </a:extLst>
          </p:cNvPr>
          <p:cNvSpPr/>
          <p:nvPr/>
        </p:nvSpPr>
        <p:spPr>
          <a:xfrm>
            <a:off x="6290961" y="4255200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2FACEEE8-87DC-AB53-4C61-837C2350AC69}"/>
              </a:ext>
            </a:extLst>
          </p:cNvPr>
          <p:cNvSpPr txBox="1"/>
          <p:nvPr/>
        </p:nvSpPr>
        <p:spPr>
          <a:xfrm>
            <a:off x="6622267" y="4284602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Guardar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F361A3B3-161E-2731-9864-2C50890F7411}"/>
              </a:ext>
            </a:extLst>
          </p:cNvPr>
          <p:cNvSpPr txBox="1"/>
          <p:nvPr/>
        </p:nvSpPr>
        <p:spPr>
          <a:xfrm>
            <a:off x="7618192" y="3102992"/>
            <a:ext cx="1190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--,- kg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C8BE7E21-170E-5B89-310A-FCDCD960DF86}"/>
              </a:ext>
            </a:extLst>
          </p:cNvPr>
          <p:cNvSpPr txBox="1"/>
          <p:nvPr/>
        </p:nvSpPr>
        <p:spPr>
          <a:xfrm>
            <a:off x="7724330" y="4293457"/>
            <a:ext cx="5703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Cero</a:t>
            </a:r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236FF59F-C862-D988-5D02-B6903E71FA2B}"/>
              </a:ext>
            </a:extLst>
          </p:cNvPr>
          <p:cNvSpPr/>
          <p:nvPr/>
        </p:nvSpPr>
        <p:spPr>
          <a:xfrm>
            <a:off x="6402798" y="4322693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6C7FB090-9B1D-2F0B-CF2F-AF51F71AC89F}"/>
              </a:ext>
            </a:extLst>
          </p:cNvPr>
          <p:cNvSpPr txBox="1"/>
          <p:nvPr/>
        </p:nvSpPr>
        <p:spPr>
          <a:xfrm>
            <a:off x="6385830" y="4277329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8AF79202-ACA8-A1D6-8A90-DD48174F630C}"/>
              </a:ext>
            </a:extLst>
          </p:cNvPr>
          <p:cNvSpPr/>
          <p:nvPr/>
        </p:nvSpPr>
        <p:spPr>
          <a:xfrm>
            <a:off x="7520916" y="4326337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EC287B3B-9C2F-7CEC-6FB5-ECE24C50F3E0}"/>
              </a:ext>
            </a:extLst>
          </p:cNvPr>
          <p:cNvSpPr txBox="1"/>
          <p:nvPr/>
        </p:nvSpPr>
        <p:spPr>
          <a:xfrm>
            <a:off x="7501532" y="4275781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3</a:t>
            </a:r>
          </a:p>
        </p:txBody>
      </p:sp>
      <p:pic>
        <p:nvPicPr>
          <p:cNvPr id="128" name="Picture 2">
            <a:extLst>
              <a:ext uri="{FF2B5EF4-FFF2-40B4-BE49-F238E27FC236}">
                <a16:creationId xmlns:a16="http://schemas.microsoft.com/office/drawing/2014/main" id="{E6F316DC-DB84-8954-43BF-4F0B7C465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6758490" y="2882325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CuadroTexto 128">
            <a:extLst>
              <a:ext uri="{FF2B5EF4-FFF2-40B4-BE49-F238E27FC236}">
                <a16:creationId xmlns:a16="http://schemas.microsoft.com/office/drawing/2014/main" id="{CFA61D00-C14A-D7FC-6058-01F3B678B879}"/>
              </a:ext>
            </a:extLst>
          </p:cNvPr>
          <p:cNvSpPr txBox="1"/>
          <p:nvPr/>
        </p:nvSpPr>
        <p:spPr>
          <a:xfrm>
            <a:off x="7421113" y="2788603"/>
            <a:ext cx="155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Peso actual: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252661A4-FB42-9CB4-BD3B-84B1924B8889}"/>
              </a:ext>
            </a:extLst>
          </p:cNvPr>
          <p:cNvSpPr txBox="1"/>
          <p:nvPr/>
        </p:nvSpPr>
        <p:spPr>
          <a:xfrm>
            <a:off x="8678197" y="4287017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Atrás</a:t>
            </a:r>
          </a:p>
        </p:txBody>
      </p:sp>
      <p:sp>
        <p:nvSpPr>
          <p:cNvPr id="131" name="Rectángulo 130">
            <a:extLst>
              <a:ext uri="{FF2B5EF4-FFF2-40B4-BE49-F238E27FC236}">
                <a16:creationId xmlns:a16="http://schemas.microsoft.com/office/drawing/2014/main" id="{E5AC5A40-9068-26DE-8DE5-9FF5F6939901}"/>
              </a:ext>
            </a:extLst>
          </p:cNvPr>
          <p:cNvSpPr/>
          <p:nvPr/>
        </p:nvSpPr>
        <p:spPr>
          <a:xfrm>
            <a:off x="8436840" y="4330647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0E331AC8-18B8-7631-CDB6-793E85E68F00}"/>
              </a:ext>
            </a:extLst>
          </p:cNvPr>
          <p:cNvSpPr txBox="1"/>
          <p:nvPr/>
        </p:nvSpPr>
        <p:spPr>
          <a:xfrm>
            <a:off x="8417456" y="4290237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4</a:t>
            </a:r>
          </a:p>
        </p:txBody>
      </p:sp>
      <p:pic>
        <p:nvPicPr>
          <p:cNvPr id="133" name="Imagen 132" descr="Icono&#10;&#10;El contenido generado por IA puede ser incorrecto.">
            <a:extLst>
              <a:ext uri="{FF2B5EF4-FFF2-40B4-BE49-F238E27FC236}">
                <a16:creationId xmlns:a16="http://schemas.microsoft.com/office/drawing/2014/main" id="{5CDA9FCF-9BDF-B8E2-40F8-D0136D420E39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95518" y="3605367"/>
            <a:ext cx="466708" cy="462576"/>
          </a:xfrm>
          <a:prstGeom prst="rect">
            <a:avLst/>
          </a:prstGeom>
        </p:spPr>
      </p:pic>
      <p:sp>
        <p:nvSpPr>
          <p:cNvPr id="134" name="CuadroTexto 133">
            <a:extLst>
              <a:ext uri="{FF2B5EF4-FFF2-40B4-BE49-F238E27FC236}">
                <a16:creationId xmlns:a16="http://schemas.microsoft.com/office/drawing/2014/main" id="{2CF026B1-F497-4DB8-11B6-821D9682F45A}"/>
              </a:ext>
            </a:extLst>
          </p:cNvPr>
          <p:cNvSpPr txBox="1"/>
          <p:nvPr/>
        </p:nvSpPr>
        <p:spPr>
          <a:xfrm>
            <a:off x="7681854" y="3801811"/>
            <a:ext cx="1126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74,3 kg</a:t>
            </a:r>
            <a:endParaRPr lang="es-ES" sz="1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8D48E83B-625A-9656-EE9D-1E2D9F6D04C7}"/>
              </a:ext>
            </a:extLst>
          </p:cNvPr>
          <p:cNvSpPr txBox="1"/>
          <p:nvPr/>
        </p:nvSpPr>
        <p:spPr>
          <a:xfrm>
            <a:off x="7421113" y="3589869"/>
            <a:ext cx="155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Último peso:</a:t>
            </a:r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6A567E5E-72DE-4BC9-5EFD-EA0A42A0F066}"/>
              </a:ext>
            </a:extLst>
          </p:cNvPr>
          <p:cNvSpPr txBox="1"/>
          <p:nvPr/>
        </p:nvSpPr>
        <p:spPr>
          <a:xfrm>
            <a:off x="6340383" y="2360161"/>
            <a:ext cx="28735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Para pesar, pulse      y aguarde</a:t>
            </a:r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4E3D5621-59EA-7560-71E3-26316012D1C7}"/>
              </a:ext>
            </a:extLst>
          </p:cNvPr>
          <p:cNvSpPr/>
          <p:nvPr/>
        </p:nvSpPr>
        <p:spPr>
          <a:xfrm>
            <a:off x="7944907" y="2412961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721704B7-D625-655F-833D-871C8CCDB163}"/>
              </a:ext>
            </a:extLst>
          </p:cNvPr>
          <p:cNvSpPr txBox="1"/>
          <p:nvPr/>
        </p:nvSpPr>
        <p:spPr>
          <a:xfrm>
            <a:off x="7925523" y="2362405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047C26B8-E1C2-1960-EA6E-863B43B3E6EC}"/>
              </a:ext>
            </a:extLst>
          </p:cNvPr>
          <p:cNvSpPr/>
          <p:nvPr/>
        </p:nvSpPr>
        <p:spPr>
          <a:xfrm>
            <a:off x="6285372" y="2356703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5" name="Rectángulo 144">
            <a:extLst>
              <a:ext uri="{FF2B5EF4-FFF2-40B4-BE49-F238E27FC236}">
                <a16:creationId xmlns:a16="http://schemas.microsoft.com/office/drawing/2014/main" id="{5770439B-D7F7-C18E-987F-DC9945CA0B1C}"/>
              </a:ext>
            </a:extLst>
          </p:cNvPr>
          <p:cNvSpPr/>
          <p:nvPr/>
        </p:nvSpPr>
        <p:spPr>
          <a:xfrm>
            <a:off x="71855" y="4612063"/>
            <a:ext cx="3057338" cy="3425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108581DF-637D-3189-EE42-661301EA1B83}"/>
              </a:ext>
            </a:extLst>
          </p:cNvPr>
          <p:cNvSpPr/>
          <p:nvPr/>
        </p:nvSpPr>
        <p:spPr>
          <a:xfrm>
            <a:off x="80647" y="6511639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224CA7A1-9F90-6916-EBC7-D3CFFF848862}"/>
              </a:ext>
            </a:extLst>
          </p:cNvPr>
          <p:cNvSpPr txBox="1"/>
          <p:nvPr/>
        </p:nvSpPr>
        <p:spPr>
          <a:xfrm>
            <a:off x="411953" y="6541041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Guardar</a:t>
            </a: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B3B9D082-7B85-0502-1D76-86BDB5903C8C}"/>
              </a:ext>
            </a:extLst>
          </p:cNvPr>
          <p:cNvSpPr txBox="1"/>
          <p:nvPr/>
        </p:nvSpPr>
        <p:spPr>
          <a:xfrm>
            <a:off x="1407878" y="5417943"/>
            <a:ext cx="1227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73,4 kg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53CA0B2E-AFD2-046B-C239-FFEC0B08DA5B}"/>
              </a:ext>
            </a:extLst>
          </p:cNvPr>
          <p:cNvSpPr txBox="1"/>
          <p:nvPr/>
        </p:nvSpPr>
        <p:spPr>
          <a:xfrm>
            <a:off x="1514016" y="6549896"/>
            <a:ext cx="5703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Cero</a:t>
            </a:r>
          </a:p>
        </p:txBody>
      </p: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B3044205-D0D4-CE6E-2CC6-E8CC55BE1B5E}"/>
              </a:ext>
            </a:extLst>
          </p:cNvPr>
          <p:cNvSpPr/>
          <p:nvPr/>
        </p:nvSpPr>
        <p:spPr>
          <a:xfrm>
            <a:off x="192484" y="6579132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CC8B7E86-5F82-8756-B8AB-F80EDFBC5A8D}"/>
              </a:ext>
            </a:extLst>
          </p:cNvPr>
          <p:cNvSpPr txBox="1"/>
          <p:nvPr/>
        </p:nvSpPr>
        <p:spPr>
          <a:xfrm>
            <a:off x="175516" y="6533768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152" name="Rectángulo 151">
            <a:extLst>
              <a:ext uri="{FF2B5EF4-FFF2-40B4-BE49-F238E27FC236}">
                <a16:creationId xmlns:a16="http://schemas.microsoft.com/office/drawing/2014/main" id="{EE758D1B-0037-5F87-341F-C24B6D590610}"/>
              </a:ext>
            </a:extLst>
          </p:cNvPr>
          <p:cNvSpPr/>
          <p:nvPr/>
        </p:nvSpPr>
        <p:spPr>
          <a:xfrm>
            <a:off x="1310602" y="6582776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E10DF338-5BA4-9D82-F29E-BDA4EFC7F7A0}"/>
              </a:ext>
            </a:extLst>
          </p:cNvPr>
          <p:cNvSpPr txBox="1"/>
          <p:nvPr/>
        </p:nvSpPr>
        <p:spPr>
          <a:xfrm>
            <a:off x="1291218" y="6532220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3</a:t>
            </a:r>
          </a:p>
        </p:txBody>
      </p:sp>
      <p:pic>
        <p:nvPicPr>
          <p:cNvPr id="154" name="Picture 2">
            <a:extLst>
              <a:ext uri="{FF2B5EF4-FFF2-40B4-BE49-F238E27FC236}">
                <a16:creationId xmlns:a16="http://schemas.microsoft.com/office/drawing/2014/main" id="{885DCAAE-0D81-4E45-E096-7F3C7D33BB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548176" y="5197276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CuadroTexto 154">
            <a:extLst>
              <a:ext uri="{FF2B5EF4-FFF2-40B4-BE49-F238E27FC236}">
                <a16:creationId xmlns:a16="http://schemas.microsoft.com/office/drawing/2014/main" id="{5FE88460-8008-6AE3-0FA6-7862305C2C37}"/>
              </a:ext>
            </a:extLst>
          </p:cNvPr>
          <p:cNvSpPr txBox="1"/>
          <p:nvPr/>
        </p:nvSpPr>
        <p:spPr>
          <a:xfrm>
            <a:off x="1210799" y="5103554"/>
            <a:ext cx="155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Peso actual: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7AA91432-0CC0-4EB8-87A3-8EBA885C5843}"/>
              </a:ext>
            </a:extLst>
          </p:cNvPr>
          <p:cNvSpPr txBox="1"/>
          <p:nvPr/>
        </p:nvSpPr>
        <p:spPr>
          <a:xfrm>
            <a:off x="2467883" y="6543456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Atrás</a:t>
            </a:r>
          </a:p>
        </p:txBody>
      </p:sp>
      <p:sp>
        <p:nvSpPr>
          <p:cNvPr id="157" name="Rectángulo 156">
            <a:extLst>
              <a:ext uri="{FF2B5EF4-FFF2-40B4-BE49-F238E27FC236}">
                <a16:creationId xmlns:a16="http://schemas.microsoft.com/office/drawing/2014/main" id="{F71CC335-05E3-9661-938E-78988D5312A5}"/>
              </a:ext>
            </a:extLst>
          </p:cNvPr>
          <p:cNvSpPr/>
          <p:nvPr/>
        </p:nvSpPr>
        <p:spPr>
          <a:xfrm>
            <a:off x="2226526" y="6587086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EE166F83-CE95-82B4-5632-93214AF250D8}"/>
              </a:ext>
            </a:extLst>
          </p:cNvPr>
          <p:cNvSpPr txBox="1"/>
          <p:nvPr/>
        </p:nvSpPr>
        <p:spPr>
          <a:xfrm>
            <a:off x="2207142" y="6546676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4</a:t>
            </a: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6EDB59B8-2179-AE50-6101-BA9B5EB0B442}"/>
              </a:ext>
            </a:extLst>
          </p:cNvPr>
          <p:cNvSpPr txBox="1"/>
          <p:nvPr/>
        </p:nvSpPr>
        <p:spPr>
          <a:xfrm>
            <a:off x="1127222" y="4616600"/>
            <a:ext cx="12606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PESANDO</a:t>
            </a: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539DBE28-FE3E-B0BC-0B01-59D6CDD06422}"/>
              </a:ext>
            </a:extLst>
          </p:cNvPr>
          <p:cNvSpPr txBox="1"/>
          <p:nvPr/>
        </p:nvSpPr>
        <p:spPr>
          <a:xfrm>
            <a:off x="411487" y="5833993"/>
            <a:ext cx="2496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NO MUEVA AL PACIENTE</a:t>
            </a:r>
          </a:p>
        </p:txBody>
      </p:sp>
      <p:pic>
        <p:nvPicPr>
          <p:cNvPr id="161" name="Imagen 160">
            <a:extLst>
              <a:ext uri="{FF2B5EF4-FFF2-40B4-BE49-F238E27FC236}">
                <a16:creationId xmlns:a16="http://schemas.microsoft.com/office/drawing/2014/main" id="{F2AF3BE6-DD87-2C01-B221-CC12001A42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815" y="6144990"/>
            <a:ext cx="341371" cy="341371"/>
          </a:xfrm>
          <a:prstGeom prst="rect">
            <a:avLst/>
          </a:prstGeom>
        </p:spPr>
      </p:pic>
      <p:sp>
        <p:nvSpPr>
          <p:cNvPr id="165" name="Rectángulo 164">
            <a:extLst>
              <a:ext uri="{FF2B5EF4-FFF2-40B4-BE49-F238E27FC236}">
                <a16:creationId xmlns:a16="http://schemas.microsoft.com/office/drawing/2014/main" id="{5F08F70A-9D89-7394-4F11-4C46811D2929}"/>
              </a:ext>
            </a:extLst>
          </p:cNvPr>
          <p:cNvSpPr/>
          <p:nvPr/>
        </p:nvSpPr>
        <p:spPr>
          <a:xfrm>
            <a:off x="61662" y="4613142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9" name="Rectángulo 168">
            <a:extLst>
              <a:ext uri="{FF2B5EF4-FFF2-40B4-BE49-F238E27FC236}">
                <a16:creationId xmlns:a16="http://schemas.microsoft.com/office/drawing/2014/main" id="{2355BEC1-9235-2360-225E-131227E1EC87}"/>
              </a:ext>
            </a:extLst>
          </p:cNvPr>
          <p:cNvSpPr/>
          <p:nvPr/>
        </p:nvSpPr>
        <p:spPr>
          <a:xfrm>
            <a:off x="4073355" y="6069709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0" name="Rectángulo 169">
            <a:extLst>
              <a:ext uri="{FF2B5EF4-FFF2-40B4-BE49-F238E27FC236}">
                <a16:creationId xmlns:a16="http://schemas.microsoft.com/office/drawing/2014/main" id="{D4228F05-6B9B-DBC2-1AFE-91DDBE567FF2}"/>
              </a:ext>
            </a:extLst>
          </p:cNvPr>
          <p:cNvSpPr/>
          <p:nvPr/>
        </p:nvSpPr>
        <p:spPr>
          <a:xfrm>
            <a:off x="3173029" y="4648944"/>
            <a:ext cx="3057338" cy="367520"/>
          </a:xfrm>
          <a:prstGeom prst="rect">
            <a:avLst/>
          </a:prstGeom>
          <a:solidFill>
            <a:srgbClr val="EC7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7A1C91C2-1BB6-701F-6F98-47E5045EF2F4}"/>
              </a:ext>
            </a:extLst>
          </p:cNvPr>
          <p:cNvSpPr/>
          <p:nvPr/>
        </p:nvSpPr>
        <p:spPr>
          <a:xfrm>
            <a:off x="3173029" y="6557312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AC5DBEB9-9790-F623-B49D-53A8819EA802}"/>
              </a:ext>
            </a:extLst>
          </p:cNvPr>
          <p:cNvSpPr txBox="1"/>
          <p:nvPr/>
        </p:nvSpPr>
        <p:spPr>
          <a:xfrm>
            <a:off x="3504335" y="6586714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Guardar</a:t>
            </a: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D384BB09-EB76-C573-9FB2-522A5B5B3C6F}"/>
              </a:ext>
            </a:extLst>
          </p:cNvPr>
          <p:cNvSpPr txBox="1"/>
          <p:nvPr/>
        </p:nvSpPr>
        <p:spPr>
          <a:xfrm>
            <a:off x="4500261" y="5405104"/>
            <a:ext cx="112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75,5 kg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9A5DC6A2-4F55-2576-5366-0598E194AF50}"/>
              </a:ext>
            </a:extLst>
          </p:cNvPr>
          <p:cNvSpPr txBox="1"/>
          <p:nvPr/>
        </p:nvSpPr>
        <p:spPr>
          <a:xfrm>
            <a:off x="4606398" y="6595569"/>
            <a:ext cx="5703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Cero</a:t>
            </a:r>
          </a:p>
        </p:txBody>
      </p:sp>
      <p:sp>
        <p:nvSpPr>
          <p:cNvPr id="175" name="Rectángulo 174">
            <a:extLst>
              <a:ext uri="{FF2B5EF4-FFF2-40B4-BE49-F238E27FC236}">
                <a16:creationId xmlns:a16="http://schemas.microsoft.com/office/drawing/2014/main" id="{DB21B303-FBA0-9F41-70F5-117EDA51876B}"/>
              </a:ext>
            </a:extLst>
          </p:cNvPr>
          <p:cNvSpPr/>
          <p:nvPr/>
        </p:nvSpPr>
        <p:spPr>
          <a:xfrm>
            <a:off x="3284866" y="662480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88DBE2B9-C510-4300-F355-97D9381264AD}"/>
              </a:ext>
            </a:extLst>
          </p:cNvPr>
          <p:cNvSpPr txBox="1"/>
          <p:nvPr/>
        </p:nvSpPr>
        <p:spPr>
          <a:xfrm>
            <a:off x="3267898" y="6579441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177" name="Rectángulo 176">
            <a:extLst>
              <a:ext uri="{FF2B5EF4-FFF2-40B4-BE49-F238E27FC236}">
                <a16:creationId xmlns:a16="http://schemas.microsoft.com/office/drawing/2014/main" id="{2AAD4A9F-85FF-58FA-1898-DC8843F997B1}"/>
              </a:ext>
            </a:extLst>
          </p:cNvPr>
          <p:cNvSpPr/>
          <p:nvPr/>
        </p:nvSpPr>
        <p:spPr>
          <a:xfrm>
            <a:off x="4402984" y="6628449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11E6381A-27AC-CB46-A674-20F941CC8CAD}"/>
              </a:ext>
            </a:extLst>
          </p:cNvPr>
          <p:cNvSpPr txBox="1"/>
          <p:nvPr/>
        </p:nvSpPr>
        <p:spPr>
          <a:xfrm>
            <a:off x="4383600" y="6577893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3</a:t>
            </a:r>
          </a:p>
        </p:txBody>
      </p:sp>
      <p:pic>
        <p:nvPicPr>
          <p:cNvPr id="179" name="Picture 2">
            <a:extLst>
              <a:ext uri="{FF2B5EF4-FFF2-40B4-BE49-F238E27FC236}">
                <a16:creationId xmlns:a16="http://schemas.microsoft.com/office/drawing/2014/main" id="{F2930932-D116-5701-E83B-F18F05B77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3640558" y="5184437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0" name="CuadroTexto 179">
            <a:extLst>
              <a:ext uri="{FF2B5EF4-FFF2-40B4-BE49-F238E27FC236}">
                <a16:creationId xmlns:a16="http://schemas.microsoft.com/office/drawing/2014/main" id="{844E7590-576F-CFFC-4E68-9744F3CF3DF6}"/>
              </a:ext>
            </a:extLst>
          </p:cNvPr>
          <p:cNvSpPr txBox="1"/>
          <p:nvPr/>
        </p:nvSpPr>
        <p:spPr>
          <a:xfrm>
            <a:off x="4303181" y="5090715"/>
            <a:ext cx="155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Peso actual:</a:t>
            </a:r>
          </a:p>
        </p:txBody>
      </p:sp>
      <p:sp>
        <p:nvSpPr>
          <p:cNvPr id="181" name="CuadroTexto 180">
            <a:extLst>
              <a:ext uri="{FF2B5EF4-FFF2-40B4-BE49-F238E27FC236}">
                <a16:creationId xmlns:a16="http://schemas.microsoft.com/office/drawing/2014/main" id="{7D7B92F5-B681-004E-5AE5-C6F24FE306ED}"/>
              </a:ext>
            </a:extLst>
          </p:cNvPr>
          <p:cNvSpPr txBox="1"/>
          <p:nvPr/>
        </p:nvSpPr>
        <p:spPr>
          <a:xfrm>
            <a:off x="5560265" y="6589129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Atrás</a:t>
            </a:r>
          </a:p>
        </p:txBody>
      </p:sp>
      <p:sp>
        <p:nvSpPr>
          <p:cNvPr id="182" name="Rectángulo 181">
            <a:extLst>
              <a:ext uri="{FF2B5EF4-FFF2-40B4-BE49-F238E27FC236}">
                <a16:creationId xmlns:a16="http://schemas.microsoft.com/office/drawing/2014/main" id="{EA7AD30F-B393-2E6C-2CA6-CDB151F9B1FE}"/>
              </a:ext>
            </a:extLst>
          </p:cNvPr>
          <p:cNvSpPr/>
          <p:nvPr/>
        </p:nvSpPr>
        <p:spPr>
          <a:xfrm>
            <a:off x="5318908" y="6632759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3" name="CuadroTexto 182">
            <a:extLst>
              <a:ext uri="{FF2B5EF4-FFF2-40B4-BE49-F238E27FC236}">
                <a16:creationId xmlns:a16="http://schemas.microsoft.com/office/drawing/2014/main" id="{4463B515-98D3-E94F-5C23-04EF275344A0}"/>
              </a:ext>
            </a:extLst>
          </p:cNvPr>
          <p:cNvSpPr txBox="1"/>
          <p:nvPr/>
        </p:nvSpPr>
        <p:spPr>
          <a:xfrm>
            <a:off x="5299524" y="6592349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4</a:t>
            </a:r>
          </a:p>
        </p:txBody>
      </p:sp>
      <p:pic>
        <p:nvPicPr>
          <p:cNvPr id="184" name="Imagen 183" descr="Icono&#10;&#10;El contenido generado por IA puede ser incorrecto.">
            <a:extLst>
              <a:ext uri="{FF2B5EF4-FFF2-40B4-BE49-F238E27FC236}">
                <a16:creationId xmlns:a16="http://schemas.microsoft.com/office/drawing/2014/main" id="{39EF0D09-A07F-4A12-B655-87B587C8258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20936" y="5851330"/>
            <a:ext cx="580007" cy="574874"/>
          </a:xfrm>
          <a:prstGeom prst="rect">
            <a:avLst/>
          </a:prstGeom>
        </p:spPr>
      </p:pic>
      <p:sp>
        <p:nvSpPr>
          <p:cNvPr id="185" name="CuadroTexto 184">
            <a:extLst>
              <a:ext uri="{FF2B5EF4-FFF2-40B4-BE49-F238E27FC236}">
                <a16:creationId xmlns:a16="http://schemas.microsoft.com/office/drawing/2014/main" id="{00A8839A-2886-4594-BD8F-392E6BD71C99}"/>
              </a:ext>
            </a:extLst>
          </p:cNvPr>
          <p:cNvSpPr txBox="1"/>
          <p:nvPr/>
        </p:nvSpPr>
        <p:spPr>
          <a:xfrm>
            <a:off x="4563922" y="6103923"/>
            <a:ext cx="1126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74,3 kg</a:t>
            </a:r>
            <a:endParaRPr lang="es-ES" sz="1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6" name="CuadroTexto 185">
            <a:extLst>
              <a:ext uri="{FF2B5EF4-FFF2-40B4-BE49-F238E27FC236}">
                <a16:creationId xmlns:a16="http://schemas.microsoft.com/office/drawing/2014/main" id="{B21C1B1B-3438-13BC-A699-BA2B37B3FFE6}"/>
              </a:ext>
            </a:extLst>
          </p:cNvPr>
          <p:cNvSpPr txBox="1"/>
          <p:nvPr/>
        </p:nvSpPr>
        <p:spPr>
          <a:xfrm>
            <a:off x="4303181" y="5891981"/>
            <a:ext cx="155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Último peso:</a:t>
            </a:r>
          </a:p>
        </p:txBody>
      </p:sp>
      <p:sp>
        <p:nvSpPr>
          <p:cNvPr id="187" name="CuadroTexto 186">
            <a:extLst>
              <a:ext uri="{FF2B5EF4-FFF2-40B4-BE49-F238E27FC236}">
                <a16:creationId xmlns:a16="http://schemas.microsoft.com/office/drawing/2014/main" id="{3238C938-1786-6A41-84DE-444D176F1838}"/>
              </a:ext>
            </a:extLst>
          </p:cNvPr>
          <p:cNvSpPr txBox="1"/>
          <p:nvPr/>
        </p:nvSpPr>
        <p:spPr>
          <a:xfrm>
            <a:off x="3222451" y="4662273"/>
            <a:ext cx="28735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Para pesar, pulse      y aguarde</a:t>
            </a:r>
          </a:p>
        </p:txBody>
      </p:sp>
      <p:sp>
        <p:nvSpPr>
          <p:cNvPr id="188" name="Rectángulo 187">
            <a:extLst>
              <a:ext uri="{FF2B5EF4-FFF2-40B4-BE49-F238E27FC236}">
                <a16:creationId xmlns:a16="http://schemas.microsoft.com/office/drawing/2014/main" id="{54B90353-7E0C-5DF3-4BCE-DC70955D7992}"/>
              </a:ext>
            </a:extLst>
          </p:cNvPr>
          <p:cNvSpPr/>
          <p:nvPr/>
        </p:nvSpPr>
        <p:spPr>
          <a:xfrm>
            <a:off x="4826975" y="4715073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6B986D29-431A-EB6E-6EAF-88D0C5C6C7EB}"/>
              </a:ext>
            </a:extLst>
          </p:cNvPr>
          <p:cNvSpPr txBox="1"/>
          <p:nvPr/>
        </p:nvSpPr>
        <p:spPr>
          <a:xfrm>
            <a:off x="4807591" y="4664517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190" name="Rectángulo 189">
            <a:extLst>
              <a:ext uri="{FF2B5EF4-FFF2-40B4-BE49-F238E27FC236}">
                <a16:creationId xmlns:a16="http://schemas.microsoft.com/office/drawing/2014/main" id="{FDA33834-2208-B555-A3A2-9F4286958D61}"/>
              </a:ext>
            </a:extLst>
          </p:cNvPr>
          <p:cNvSpPr/>
          <p:nvPr/>
        </p:nvSpPr>
        <p:spPr>
          <a:xfrm>
            <a:off x="3174005" y="5000590"/>
            <a:ext cx="3057338" cy="15613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pic>
        <p:nvPicPr>
          <p:cNvPr id="191" name="Imagen 190">
            <a:extLst>
              <a:ext uri="{FF2B5EF4-FFF2-40B4-BE49-F238E27FC236}">
                <a16:creationId xmlns:a16="http://schemas.microsoft.com/office/drawing/2014/main" id="{02DCA7C9-7DF5-089C-53B4-1C2FF3D8B1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405" y="5229934"/>
            <a:ext cx="341371" cy="341371"/>
          </a:xfrm>
          <a:prstGeom prst="rect">
            <a:avLst/>
          </a:prstGeom>
        </p:spPr>
      </p:pic>
      <p:sp>
        <p:nvSpPr>
          <p:cNvPr id="192" name="CuadroTexto 191">
            <a:extLst>
              <a:ext uri="{FF2B5EF4-FFF2-40B4-BE49-F238E27FC236}">
                <a16:creationId xmlns:a16="http://schemas.microsoft.com/office/drawing/2014/main" id="{7FF2FB7B-859B-F7C4-CEA2-36C3689FE51A}"/>
              </a:ext>
            </a:extLst>
          </p:cNvPr>
          <p:cNvSpPr txBox="1"/>
          <p:nvPr/>
        </p:nvSpPr>
        <p:spPr>
          <a:xfrm>
            <a:off x="4223221" y="5246957"/>
            <a:ext cx="12606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</a:t>
            </a:r>
          </a:p>
        </p:txBody>
      </p:sp>
      <p:sp>
        <p:nvSpPr>
          <p:cNvPr id="193" name="CuadroTexto 192">
            <a:extLst>
              <a:ext uri="{FF2B5EF4-FFF2-40B4-BE49-F238E27FC236}">
                <a16:creationId xmlns:a16="http://schemas.microsoft.com/office/drawing/2014/main" id="{82EFB366-9A1E-104C-4838-A882FD8C785D}"/>
              </a:ext>
            </a:extLst>
          </p:cNvPr>
          <p:cNvSpPr txBox="1"/>
          <p:nvPr/>
        </p:nvSpPr>
        <p:spPr>
          <a:xfrm>
            <a:off x="3332009" y="5772309"/>
            <a:ext cx="27393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 CABECERA DEBE ESTAR </a:t>
            </a:r>
          </a:p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 POSICIÓN HORIZONTAL</a:t>
            </a:r>
          </a:p>
        </p:txBody>
      </p:sp>
      <p:sp>
        <p:nvSpPr>
          <p:cNvPr id="194" name="Rectángulo 193">
            <a:extLst>
              <a:ext uri="{FF2B5EF4-FFF2-40B4-BE49-F238E27FC236}">
                <a16:creationId xmlns:a16="http://schemas.microsoft.com/office/drawing/2014/main" id="{55021041-0CC5-F6FD-B76F-3084F75138AF}"/>
              </a:ext>
            </a:extLst>
          </p:cNvPr>
          <p:cNvSpPr/>
          <p:nvPr/>
        </p:nvSpPr>
        <p:spPr>
          <a:xfrm>
            <a:off x="3169287" y="4640536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9A90DFB4-99F6-18E4-4141-E2DF3A568976}"/>
              </a:ext>
            </a:extLst>
          </p:cNvPr>
          <p:cNvSpPr/>
          <p:nvPr/>
        </p:nvSpPr>
        <p:spPr>
          <a:xfrm>
            <a:off x="7184487" y="6062655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A981B1C8-21A7-7292-D0AB-AB4E9C644CAD}"/>
              </a:ext>
            </a:extLst>
          </p:cNvPr>
          <p:cNvSpPr/>
          <p:nvPr/>
        </p:nvSpPr>
        <p:spPr>
          <a:xfrm>
            <a:off x="6284161" y="4641890"/>
            <a:ext cx="3057338" cy="367520"/>
          </a:xfrm>
          <a:prstGeom prst="rect">
            <a:avLst/>
          </a:prstGeom>
          <a:solidFill>
            <a:srgbClr val="EC7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81C30640-7CCD-0FFE-5412-318F4F49A0BD}"/>
              </a:ext>
            </a:extLst>
          </p:cNvPr>
          <p:cNvSpPr/>
          <p:nvPr/>
        </p:nvSpPr>
        <p:spPr>
          <a:xfrm>
            <a:off x="6284161" y="6550258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9C1702D3-4457-0D9F-727F-84AF6D805760}"/>
              </a:ext>
            </a:extLst>
          </p:cNvPr>
          <p:cNvSpPr txBox="1"/>
          <p:nvPr/>
        </p:nvSpPr>
        <p:spPr>
          <a:xfrm>
            <a:off x="6615467" y="6579660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Guardar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6DF0049E-7797-761E-A2AA-231C1255D14E}"/>
              </a:ext>
            </a:extLst>
          </p:cNvPr>
          <p:cNvSpPr txBox="1"/>
          <p:nvPr/>
        </p:nvSpPr>
        <p:spPr>
          <a:xfrm>
            <a:off x="7611393" y="5398050"/>
            <a:ext cx="112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75,5 kg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00D3781C-0899-A5F2-831F-B287B849D0E9}"/>
              </a:ext>
            </a:extLst>
          </p:cNvPr>
          <p:cNvSpPr txBox="1"/>
          <p:nvPr/>
        </p:nvSpPr>
        <p:spPr>
          <a:xfrm>
            <a:off x="7717530" y="6588515"/>
            <a:ext cx="5703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Cero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717497AF-1BCA-0454-92E4-F4A337C4B3BB}"/>
              </a:ext>
            </a:extLst>
          </p:cNvPr>
          <p:cNvSpPr/>
          <p:nvPr/>
        </p:nvSpPr>
        <p:spPr>
          <a:xfrm>
            <a:off x="6395998" y="6617751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C7CD4AED-78DC-5E09-4240-4D8929091E65}"/>
              </a:ext>
            </a:extLst>
          </p:cNvPr>
          <p:cNvSpPr txBox="1"/>
          <p:nvPr/>
        </p:nvSpPr>
        <p:spPr>
          <a:xfrm>
            <a:off x="6379030" y="6572387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7509B6D0-56C9-3E34-BEBC-6D1944933860}"/>
              </a:ext>
            </a:extLst>
          </p:cNvPr>
          <p:cNvSpPr/>
          <p:nvPr/>
        </p:nvSpPr>
        <p:spPr>
          <a:xfrm>
            <a:off x="7514116" y="662139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1102998F-18F6-AEB6-5075-1C1000EF0C73}"/>
              </a:ext>
            </a:extLst>
          </p:cNvPr>
          <p:cNvSpPr txBox="1"/>
          <p:nvPr/>
        </p:nvSpPr>
        <p:spPr>
          <a:xfrm>
            <a:off x="7494732" y="6570839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3</a:t>
            </a:r>
          </a:p>
        </p:txBody>
      </p:sp>
      <p:pic>
        <p:nvPicPr>
          <p:cNvPr id="205" name="Picture 2">
            <a:extLst>
              <a:ext uri="{FF2B5EF4-FFF2-40B4-BE49-F238E27FC236}">
                <a16:creationId xmlns:a16="http://schemas.microsoft.com/office/drawing/2014/main" id="{1A780151-B9C7-7FB2-393A-D19FF949C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6751690" y="5177383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" name="CuadroTexto 205">
            <a:extLst>
              <a:ext uri="{FF2B5EF4-FFF2-40B4-BE49-F238E27FC236}">
                <a16:creationId xmlns:a16="http://schemas.microsoft.com/office/drawing/2014/main" id="{8C4AF5AF-06AD-C286-77FD-29370FC113F4}"/>
              </a:ext>
            </a:extLst>
          </p:cNvPr>
          <p:cNvSpPr txBox="1"/>
          <p:nvPr/>
        </p:nvSpPr>
        <p:spPr>
          <a:xfrm>
            <a:off x="7414313" y="5083661"/>
            <a:ext cx="155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Peso actual:</a:t>
            </a:r>
          </a:p>
        </p:txBody>
      </p:sp>
      <p:sp>
        <p:nvSpPr>
          <p:cNvPr id="207" name="CuadroTexto 206">
            <a:extLst>
              <a:ext uri="{FF2B5EF4-FFF2-40B4-BE49-F238E27FC236}">
                <a16:creationId xmlns:a16="http://schemas.microsoft.com/office/drawing/2014/main" id="{712D3F99-75D8-4808-8AC1-125DF9368179}"/>
              </a:ext>
            </a:extLst>
          </p:cNvPr>
          <p:cNvSpPr txBox="1"/>
          <p:nvPr/>
        </p:nvSpPr>
        <p:spPr>
          <a:xfrm>
            <a:off x="8671398" y="6582075"/>
            <a:ext cx="63602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Atrás</a:t>
            </a: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BCC0B913-E07A-1BED-9E5D-740AFADAFBDB}"/>
              </a:ext>
            </a:extLst>
          </p:cNvPr>
          <p:cNvSpPr/>
          <p:nvPr/>
        </p:nvSpPr>
        <p:spPr>
          <a:xfrm>
            <a:off x="8430040" y="6625705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9" name="CuadroTexto 208">
            <a:extLst>
              <a:ext uri="{FF2B5EF4-FFF2-40B4-BE49-F238E27FC236}">
                <a16:creationId xmlns:a16="http://schemas.microsoft.com/office/drawing/2014/main" id="{5F0D8B13-646F-989F-7B75-35834F705A80}"/>
              </a:ext>
            </a:extLst>
          </p:cNvPr>
          <p:cNvSpPr txBox="1"/>
          <p:nvPr/>
        </p:nvSpPr>
        <p:spPr>
          <a:xfrm>
            <a:off x="8410656" y="6585295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4</a:t>
            </a:r>
          </a:p>
        </p:txBody>
      </p:sp>
      <p:pic>
        <p:nvPicPr>
          <p:cNvPr id="210" name="Imagen 209" descr="Icono&#10;&#10;El contenido generado por IA puede ser incorrecto.">
            <a:extLst>
              <a:ext uri="{FF2B5EF4-FFF2-40B4-BE49-F238E27FC236}">
                <a16:creationId xmlns:a16="http://schemas.microsoft.com/office/drawing/2014/main" id="{9D0B8862-E69B-B9FD-E21F-38E1AA119FE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32068" y="5844276"/>
            <a:ext cx="580007" cy="574874"/>
          </a:xfrm>
          <a:prstGeom prst="rect">
            <a:avLst/>
          </a:prstGeom>
        </p:spPr>
      </p:pic>
      <p:sp>
        <p:nvSpPr>
          <p:cNvPr id="211" name="CuadroTexto 210">
            <a:extLst>
              <a:ext uri="{FF2B5EF4-FFF2-40B4-BE49-F238E27FC236}">
                <a16:creationId xmlns:a16="http://schemas.microsoft.com/office/drawing/2014/main" id="{674A853A-0782-F622-2E29-E27FD1285754}"/>
              </a:ext>
            </a:extLst>
          </p:cNvPr>
          <p:cNvSpPr txBox="1"/>
          <p:nvPr/>
        </p:nvSpPr>
        <p:spPr>
          <a:xfrm>
            <a:off x="7675054" y="6096869"/>
            <a:ext cx="1126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74,3 kg</a:t>
            </a:r>
            <a:endParaRPr lang="es-ES" sz="1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FF6ED038-DE4E-BF0B-A2D4-9A64C4680FF9}"/>
              </a:ext>
            </a:extLst>
          </p:cNvPr>
          <p:cNvSpPr txBox="1"/>
          <p:nvPr/>
        </p:nvSpPr>
        <p:spPr>
          <a:xfrm>
            <a:off x="7414313" y="5884927"/>
            <a:ext cx="155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Último peso:</a:t>
            </a:r>
          </a:p>
        </p:txBody>
      </p: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D4998E08-5D24-D0F8-BE2D-1AD636922075}"/>
              </a:ext>
            </a:extLst>
          </p:cNvPr>
          <p:cNvSpPr txBox="1"/>
          <p:nvPr/>
        </p:nvSpPr>
        <p:spPr>
          <a:xfrm>
            <a:off x="6333583" y="4655219"/>
            <a:ext cx="28735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Para pesar, pulse      y aguarde</a:t>
            </a: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1A12992A-0B91-1809-0751-1D56D3F48851}"/>
              </a:ext>
            </a:extLst>
          </p:cNvPr>
          <p:cNvSpPr/>
          <p:nvPr/>
        </p:nvSpPr>
        <p:spPr>
          <a:xfrm>
            <a:off x="7938107" y="4708019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3C72316E-F60C-465A-9FCA-5DB4A63DE044}"/>
              </a:ext>
            </a:extLst>
          </p:cNvPr>
          <p:cNvSpPr txBox="1"/>
          <p:nvPr/>
        </p:nvSpPr>
        <p:spPr>
          <a:xfrm>
            <a:off x="7918723" y="4657463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1</a:t>
            </a: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8CE83561-9EF8-1FDD-7E8A-8FD7941A2C48}"/>
              </a:ext>
            </a:extLst>
          </p:cNvPr>
          <p:cNvSpPr/>
          <p:nvPr/>
        </p:nvSpPr>
        <p:spPr>
          <a:xfrm>
            <a:off x="6285137" y="4993536"/>
            <a:ext cx="3057338" cy="15613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pic>
        <p:nvPicPr>
          <p:cNvPr id="217" name="Imagen 216">
            <a:extLst>
              <a:ext uri="{FF2B5EF4-FFF2-40B4-BE49-F238E27FC236}">
                <a16:creationId xmlns:a16="http://schemas.microsoft.com/office/drawing/2014/main" id="{52618BFE-2EB6-F73F-3603-EC83B0B01D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537" y="5222880"/>
            <a:ext cx="341371" cy="341371"/>
          </a:xfrm>
          <a:prstGeom prst="rect">
            <a:avLst/>
          </a:prstGeom>
        </p:spPr>
      </p:pic>
      <p:sp>
        <p:nvSpPr>
          <p:cNvPr id="218" name="CuadroTexto 217">
            <a:extLst>
              <a:ext uri="{FF2B5EF4-FFF2-40B4-BE49-F238E27FC236}">
                <a16:creationId xmlns:a16="http://schemas.microsoft.com/office/drawing/2014/main" id="{65617715-036B-31FB-93DF-979F581DCE94}"/>
              </a:ext>
            </a:extLst>
          </p:cNvPr>
          <p:cNvSpPr txBox="1"/>
          <p:nvPr/>
        </p:nvSpPr>
        <p:spPr>
          <a:xfrm>
            <a:off x="7334353" y="5239903"/>
            <a:ext cx="12606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</a:t>
            </a:r>
          </a:p>
        </p:txBody>
      </p: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3AEC8614-CC6D-70FF-D0E4-A150F819A5E0}"/>
              </a:ext>
            </a:extLst>
          </p:cNvPr>
          <p:cNvSpPr txBox="1"/>
          <p:nvPr/>
        </p:nvSpPr>
        <p:spPr>
          <a:xfrm>
            <a:off x="6443141" y="5765255"/>
            <a:ext cx="273937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FRENO NO ACTIVADO</a:t>
            </a:r>
          </a:p>
        </p:txBody>
      </p:sp>
      <p:sp>
        <p:nvSpPr>
          <p:cNvPr id="220" name="Rectángulo 219">
            <a:extLst>
              <a:ext uri="{FF2B5EF4-FFF2-40B4-BE49-F238E27FC236}">
                <a16:creationId xmlns:a16="http://schemas.microsoft.com/office/drawing/2014/main" id="{8DA8C19D-BB5D-FD6A-59C9-1D4F5F0B84CA}"/>
              </a:ext>
            </a:extLst>
          </p:cNvPr>
          <p:cNvSpPr/>
          <p:nvPr/>
        </p:nvSpPr>
        <p:spPr>
          <a:xfrm>
            <a:off x="6280419" y="4633482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9069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ángulo 45">
            <a:extLst>
              <a:ext uri="{FF2B5EF4-FFF2-40B4-BE49-F238E27FC236}">
                <a16:creationId xmlns:a16="http://schemas.microsoft.com/office/drawing/2014/main" id="{BF731468-6A42-C532-5FC8-2CD66BB78C0A}"/>
              </a:ext>
            </a:extLst>
          </p:cNvPr>
          <p:cNvSpPr/>
          <p:nvPr/>
        </p:nvSpPr>
        <p:spPr>
          <a:xfrm>
            <a:off x="7050734" y="277066"/>
            <a:ext cx="3057338" cy="342598"/>
          </a:xfrm>
          <a:prstGeom prst="rect">
            <a:avLst/>
          </a:prstGeom>
          <a:solidFill>
            <a:srgbClr val="8BFA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PESAJE COMPLETADO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06D60B3-FB37-F16A-A866-F4AF5C7804A0}"/>
              </a:ext>
            </a:extLst>
          </p:cNvPr>
          <p:cNvSpPr/>
          <p:nvPr/>
        </p:nvSpPr>
        <p:spPr>
          <a:xfrm>
            <a:off x="1128353" y="1691988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EF2A9E9-60F1-DD9E-931B-2B74F27FEC64}"/>
              </a:ext>
            </a:extLst>
          </p:cNvPr>
          <p:cNvSpPr/>
          <p:nvPr/>
        </p:nvSpPr>
        <p:spPr>
          <a:xfrm>
            <a:off x="228027" y="271223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F081523-4B00-646D-9489-C8F09FFD10C0}"/>
              </a:ext>
            </a:extLst>
          </p:cNvPr>
          <p:cNvSpPr/>
          <p:nvPr/>
        </p:nvSpPr>
        <p:spPr>
          <a:xfrm>
            <a:off x="228027" y="2179591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1E4B3FD-9C69-5BA3-09A9-295EA975932B}"/>
              </a:ext>
            </a:extLst>
          </p:cNvPr>
          <p:cNvSpPr txBox="1"/>
          <p:nvPr/>
        </p:nvSpPr>
        <p:spPr>
          <a:xfrm>
            <a:off x="918132" y="1087554"/>
            <a:ext cx="2358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Por favor, espere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E0774C-1483-45E9-7F35-E1EA323449B8}"/>
              </a:ext>
            </a:extLst>
          </p:cNvPr>
          <p:cNvSpPr txBox="1"/>
          <p:nvPr/>
        </p:nvSpPr>
        <p:spPr>
          <a:xfrm>
            <a:off x="277449" y="284552"/>
            <a:ext cx="299895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AJUSTE DE CERO</a:t>
            </a:r>
          </a:p>
        </p:txBody>
      </p:sp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C8486FAD-057B-5163-C6AA-E4302F428D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8046" y="948681"/>
            <a:ext cx="615019" cy="61094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DEBAF5F-D1EC-3228-106C-74C9B8CA4236}"/>
              </a:ext>
            </a:extLst>
          </p:cNvPr>
          <p:cNvSpPr txBox="1"/>
          <p:nvPr/>
        </p:nvSpPr>
        <p:spPr>
          <a:xfrm>
            <a:off x="720209" y="1510462"/>
            <a:ext cx="2522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No coloque al paciente en la cama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837F2FC-2284-C704-BB6E-6BD629390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45" y="1632163"/>
            <a:ext cx="341371" cy="341371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509F1C97-D8EE-0E57-FFD6-185FB7129B44}"/>
              </a:ext>
            </a:extLst>
          </p:cNvPr>
          <p:cNvSpPr/>
          <p:nvPr/>
        </p:nvSpPr>
        <p:spPr>
          <a:xfrm>
            <a:off x="219069" y="271223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E4B2986-5CE7-6EF9-B71D-BED631A9D4F9}"/>
              </a:ext>
            </a:extLst>
          </p:cNvPr>
          <p:cNvSpPr/>
          <p:nvPr/>
        </p:nvSpPr>
        <p:spPr>
          <a:xfrm>
            <a:off x="3504907" y="271223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C5ED080-9BEA-3017-E4E7-2BEA0AEFF3AE}"/>
              </a:ext>
            </a:extLst>
          </p:cNvPr>
          <p:cNvSpPr/>
          <p:nvPr/>
        </p:nvSpPr>
        <p:spPr>
          <a:xfrm>
            <a:off x="3504907" y="2179591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506EFBB-70D5-BD7E-A4FC-A2AD438E70E1}"/>
              </a:ext>
            </a:extLst>
          </p:cNvPr>
          <p:cNvSpPr txBox="1"/>
          <p:nvPr/>
        </p:nvSpPr>
        <p:spPr>
          <a:xfrm>
            <a:off x="3554329" y="284552"/>
            <a:ext cx="30079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AJUSTE DE CERO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4A3C719C-279D-1E73-4B53-968AFDFFBB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1"/>
          <a:stretch>
            <a:fillRect/>
          </a:stretch>
        </p:blipFill>
        <p:spPr bwMode="auto">
          <a:xfrm>
            <a:off x="3688554" y="1223532"/>
            <a:ext cx="295317" cy="2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7121CD6-CE73-29E3-FBE4-CF2791841B2B}"/>
              </a:ext>
            </a:extLst>
          </p:cNvPr>
          <p:cNvSpPr txBox="1"/>
          <p:nvPr/>
        </p:nvSpPr>
        <p:spPr>
          <a:xfrm>
            <a:off x="3983871" y="1199740"/>
            <a:ext cx="2358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Ajuste guardado con éxito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2877EB9-2B4E-5CA9-87BF-4192347890B0}"/>
              </a:ext>
            </a:extLst>
          </p:cNvPr>
          <p:cNvSpPr/>
          <p:nvPr/>
        </p:nvSpPr>
        <p:spPr>
          <a:xfrm>
            <a:off x="3504907" y="271223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85ED0C0-B107-B7E6-0343-25BF7C694208}"/>
              </a:ext>
            </a:extLst>
          </p:cNvPr>
          <p:cNvSpPr/>
          <p:nvPr/>
        </p:nvSpPr>
        <p:spPr>
          <a:xfrm>
            <a:off x="219069" y="2606543"/>
            <a:ext cx="3057338" cy="22509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0DB82E-9974-C900-93A2-3725C7494C8A}"/>
              </a:ext>
            </a:extLst>
          </p:cNvPr>
          <p:cNvSpPr/>
          <p:nvPr/>
        </p:nvSpPr>
        <p:spPr>
          <a:xfrm>
            <a:off x="7947124" y="1691988"/>
            <a:ext cx="103455" cy="13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DCE331B-2F8E-B0C6-7A24-275AE4F17EF9}"/>
              </a:ext>
            </a:extLst>
          </p:cNvPr>
          <p:cNvSpPr/>
          <p:nvPr/>
        </p:nvSpPr>
        <p:spPr>
          <a:xfrm>
            <a:off x="7046798" y="2179591"/>
            <a:ext cx="3057338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289A36A-B40A-D1D0-6EE9-ED90838D9E83}"/>
              </a:ext>
            </a:extLst>
          </p:cNvPr>
          <p:cNvSpPr txBox="1"/>
          <p:nvPr/>
        </p:nvSpPr>
        <p:spPr>
          <a:xfrm>
            <a:off x="7378104" y="2208993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Guardar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1BB6AD9-9B4F-C05E-920B-95C442C9E3C8}"/>
              </a:ext>
            </a:extLst>
          </p:cNvPr>
          <p:cNvSpPr txBox="1"/>
          <p:nvPr/>
        </p:nvSpPr>
        <p:spPr>
          <a:xfrm>
            <a:off x="8374029" y="1027383"/>
            <a:ext cx="1190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73,5 kg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A710EFA-B37C-7465-07BE-C8AB0B3A3175}"/>
              </a:ext>
            </a:extLst>
          </p:cNvPr>
          <p:cNvSpPr txBox="1"/>
          <p:nvPr/>
        </p:nvSpPr>
        <p:spPr>
          <a:xfrm>
            <a:off x="8480167" y="2217848"/>
            <a:ext cx="5703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Cero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B49B0C7-3D2B-3C01-C41A-07791764F354}"/>
              </a:ext>
            </a:extLst>
          </p:cNvPr>
          <p:cNvSpPr/>
          <p:nvPr/>
        </p:nvSpPr>
        <p:spPr>
          <a:xfrm>
            <a:off x="7158635" y="2247084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104B614-70BA-0E89-07A6-2B459C01CCCE}"/>
              </a:ext>
            </a:extLst>
          </p:cNvPr>
          <p:cNvSpPr txBox="1"/>
          <p:nvPr/>
        </p:nvSpPr>
        <p:spPr>
          <a:xfrm>
            <a:off x="7141667" y="2201720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CDBC6EE-EA51-01EB-054E-3DC8750E7ECD}"/>
              </a:ext>
            </a:extLst>
          </p:cNvPr>
          <p:cNvSpPr/>
          <p:nvPr/>
        </p:nvSpPr>
        <p:spPr>
          <a:xfrm>
            <a:off x="8276753" y="2250728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8C150EA-346F-43F1-F1E2-2F7E13624CB1}"/>
              </a:ext>
            </a:extLst>
          </p:cNvPr>
          <p:cNvSpPr txBox="1"/>
          <p:nvPr/>
        </p:nvSpPr>
        <p:spPr>
          <a:xfrm>
            <a:off x="8257369" y="2200172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3</a:t>
            </a: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261B88CE-E678-638D-A393-59791D8FB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7514327" y="806716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731BAE95-7449-9544-34E1-BF48EC26EDC8}"/>
              </a:ext>
            </a:extLst>
          </p:cNvPr>
          <p:cNvSpPr txBox="1"/>
          <p:nvPr/>
        </p:nvSpPr>
        <p:spPr>
          <a:xfrm>
            <a:off x="8176950" y="712994"/>
            <a:ext cx="1558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Consolas" panose="020B0609020204030204" pitchFamily="49" charset="0"/>
              </a:rPr>
              <a:t>Peso actual: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17E2703-5B44-232F-809E-D2117242DA2D}"/>
              </a:ext>
            </a:extLst>
          </p:cNvPr>
          <p:cNvSpPr txBox="1"/>
          <p:nvPr/>
        </p:nvSpPr>
        <p:spPr>
          <a:xfrm>
            <a:off x="9434034" y="2211408"/>
            <a:ext cx="8792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Verdana" panose="020B0604030504040204" pitchFamily="34" charset="0"/>
                <a:ea typeface="Verdana" panose="020B0604030504040204" pitchFamily="34" charset="0"/>
              </a:rPr>
              <a:t>Atrás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18879F-9EAF-42CE-B561-B32F29A9311B}"/>
              </a:ext>
            </a:extLst>
          </p:cNvPr>
          <p:cNvSpPr/>
          <p:nvPr/>
        </p:nvSpPr>
        <p:spPr>
          <a:xfrm>
            <a:off x="9192677" y="2255038"/>
            <a:ext cx="222763" cy="211568"/>
          </a:xfrm>
          <a:prstGeom prst="rect">
            <a:avLst/>
          </a:prstGeom>
          <a:solidFill>
            <a:srgbClr val="2A31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5B1020D-2EE5-57C5-2C9D-5B881B070448}"/>
              </a:ext>
            </a:extLst>
          </p:cNvPr>
          <p:cNvSpPr txBox="1"/>
          <p:nvPr/>
        </p:nvSpPr>
        <p:spPr>
          <a:xfrm>
            <a:off x="9173293" y="2214628"/>
            <a:ext cx="2673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bg1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4</a:t>
            </a:r>
          </a:p>
        </p:txBody>
      </p:sp>
      <p:pic>
        <p:nvPicPr>
          <p:cNvPr id="39" name="Imagen 38" descr="Icono&#10;&#10;El contenido generado por IA puede ser incorrecto.">
            <a:extLst>
              <a:ext uri="{FF2B5EF4-FFF2-40B4-BE49-F238E27FC236}">
                <a16:creationId xmlns:a16="http://schemas.microsoft.com/office/drawing/2014/main" id="{9ABF9FCB-3706-7F69-03C1-754B14AE010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51355" y="1529758"/>
            <a:ext cx="466708" cy="462576"/>
          </a:xfrm>
          <a:prstGeom prst="rect">
            <a:avLst/>
          </a:prstGeom>
        </p:spPr>
      </p:pic>
      <p:sp>
        <p:nvSpPr>
          <p:cNvPr id="40" name="CuadroTexto 39">
            <a:extLst>
              <a:ext uri="{FF2B5EF4-FFF2-40B4-BE49-F238E27FC236}">
                <a16:creationId xmlns:a16="http://schemas.microsoft.com/office/drawing/2014/main" id="{ADAAA659-F0D8-59BF-6818-AAB8AE7987F0}"/>
              </a:ext>
            </a:extLst>
          </p:cNvPr>
          <p:cNvSpPr txBox="1"/>
          <p:nvPr/>
        </p:nvSpPr>
        <p:spPr>
          <a:xfrm>
            <a:off x="8437691" y="1726202"/>
            <a:ext cx="1126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74,3 kg</a:t>
            </a:r>
            <a:endParaRPr lang="es-ES" sz="1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FC1443C-E8D9-A7B8-726D-E5B3F81002E2}"/>
              </a:ext>
            </a:extLst>
          </p:cNvPr>
          <p:cNvSpPr txBox="1"/>
          <p:nvPr/>
        </p:nvSpPr>
        <p:spPr>
          <a:xfrm>
            <a:off x="8176950" y="1514260"/>
            <a:ext cx="155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Último peso: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B539F1C-7075-774E-1D70-07F6F5810A24}"/>
              </a:ext>
            </a:extLst>
          </p:cNvPr>
          <p:cNvSpPr/>
          <p:nvPr/>
        </p:nvSpPr>
        <p:spPr>
          <a:xfrm>
            <a:off x="7041209" y="271569"/>
            <a:ext cx="3057338" cy="2250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141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028EC11D-4704-10CE-3C49-D0AC83F6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46" y="134749"/>
            <a:ext cx="1723381" cy="127202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04A39972-2D13-1382-1DF0-E1CB07765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618" y="134749"/>
            <a:ext cx="1710764" cy="127202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7881110-D802-5B74-E40C-CC52064B0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618" y="1800875"/>
            <a:ext cx="1710764" cy="127882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0CD4D62-B304-CB71-0A7D-A67FBF7B5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4754" y="134749"/>
            <a:ext cx="1710764" cy="127882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4E76C81-CF07-3061-49CC-296CD79D86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8036" y="2650320"/>
            <a:ext cx="1723381" cy="12711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9584666-3B3D-379D-05C6-E1CDF0C177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0618" y="3473803"/>
            <a:ext cx="1821559" cy="1278822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CEC83E1-487F-E1D2-9AF0-CA50B9935A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416" y="5146731"/>
            <a:ext cx="1811945" cy="1278822"/>
          </a:xfrm>
          <a:prstGeom prst="rect">
            <a:avLst/>
          </a:prstGeom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62C56576-FECD-9EF9-0291-FF3A44370F67}"/>
              </a:ext>
            </a:extLst>
          </p:cNvPr>
          <p:cNvGrpSpPr/>
          <p:nvPr/>
        </p:nvGrpSpPr>
        <p:grpSpPr>
          <a:xfrm>
            <a:off x="5240618" y="5146731"/>
            <a:ext cx="1856567" cy="1278822"/>
            <a:chOff x="5240618" y="5146731"/>
            <a:chExt cx="1856567" cy="1278822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7714F0F3-4193-C4FA-229F-DD4D55E72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40618" y="5146731"/>
              <a:ext cx="1725557" cy="1278822"/>
            </a:xfrm>
            <a:prstGeom prst="rect">
              <a:avLst/>
            </a:prstGeom>
          </p:spPr>
        </p:pic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CE91A2AE-EA6B-BB8E-B4B9-81F715D21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82431" y="6224587"/>
              <a:ext cx="514754" cy="200965"/>
            </a:xfrm>
            <a:prstGeom prst="rect">
              <a:avLst/>
            </a:prstGeom>
          </p:spPr>
        </p:pic>
      </p:grpSp>
      <p:pic>
        <p:nvPicPr>
          <p:cNvPr id="29" name="Imagen 28">
            <a:extLst>
              <a:ext uri="{FF2B5EF4-FFF2-40B4-BE49-F238E27FC236}">
                <a16:creationId xmlns:a16="http://schemas.microsoft.com/office/drawing/2014/main" id="{6C5AA799-4F3E-5A32-30C3-1404EF76D1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1722" y="5146099"/>
            <a:ext cx="1698061" cy="127945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EAE5B169-2CF8-C840-E994-F1A8A15DD6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8036" y="5146100"/>
            <a:ext cx="1730115" cy="127699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CE15983D-0C12-E6FD-E6CE-8FEAF038055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8989" y="5146100"/>
            <a:ext cx="1725557" cy="127362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9C6E7B5-410B-F526-DA3F-DCA6DEE83AF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90583" y="1800874"/>
            <a:ext cx="1696025" cy="1250945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660D0587-C2AC-5531-A497-6F3D529E60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4754" y="1501124"/>
            <a:ext cx="1832946" cy="1284425"/>
          </a:xfrm>
          <a:prstGeom prst="rect">
            <a:avLst/>
          </a:prstGeom>
        </p:spPr>
      </p:pic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12C3E7AA-D1C4-73A7-00AE-F17C35C6EA1D}"/>
              </a:ext>
            </a:extLst>
          </p:cNvPr>
          <p:cNvCxnSpPr/>
          <p:nvPr/>
        </p:nvCxnSpPr>
        <p:spPr>
          <a:xfrm>
            <a:off x="6096000" y="1413571"/>
            <a:ext cx="0" cy="342900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8F2F487E-6CAD-FD5E-4B9B-BBD178B97295}"/>
              </a:ext>
            </a:extLst>
          </p:cNvPr>
          <p:cNvCxnSpPr/>
          <p:nvPr/>
        </p:nvCxnSpPr>
        <p:spPr>
          <a:xfrm>
            <a:off x="6105525" y="3086100"/>
            <a:ext cx="0" cy="342900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A92EC595-C74F-37CD-6B86-C60B197C3FE4}"/>
              </a:ext>
            </a:extLst>
          </p:cNvPr>
          <p:cNvCxnSpPr>
            <a:cxnSpLocks/>
          </p:cNvCxnSpPr>
          <p:nvPr/>
        </p:nvCxnSpPr>
        <p:spPr>
          <a:xfrm flipH="1">
            <a:off x="4591050" y="2440286"/>
            <a:ext cx="487643" cy="0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2291C4D8-CFF1-5447-C466-108A4C50CF33}"/>
              </a:ext>
            </a:extLst>
          </p:cNvPr>
          <p:cNvCxnSpPr>
            <a:cxnSpLocks/>
          </p:cNvCxnSpPr>
          <p:nvPr/>
        </p:nvCxnSpPr>
        <p:spPr>
          <a:xfrm flipH="1" flipV="1">
            <a:off x="7105229" y="2694095"/>
            <a:ext cx="589490" cy="182908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46F77258-3EC9-9708-DA01-4E2F14B58167}"/>
              </a:ext>
            </a:extLst>
          </p:cNvPr>
          <p:cNvCxnSpPr>
            <a:cxnSpLocks/>
          </p:cNvCxnSpPr>
          <p:nvPr/>
        </p:nvCxnSpPr>
        <p:spPr>
          <a:xfrm flipH="1">
            <a:off x="7133405" y="3672670"/>
            <a:ext cx="533137" cy="308328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29B984A9-B7D5-A903-7418-5D46890D0B5E}"/>
              </a:ext>
            </a:extLst>
          </p:cNvPr>
          <p:cNvCxnSpPr/>
          <p:nvPr/>
        </p:nvCxnSpPr>
        <p:spPr>
          <a:xfrm>
            <a:off x="6103396" y="4762150"/>
            <a:ext cx="0" cy="342900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B4D1DDE0-E100-3D12-3FCD-058B01EA510F}"/>
              </a:ext>
            </a:extLst>
          </p:cNvPr>
          <p:cNvCxnSpPr>
            <a:cxnSpLocks/>
          </p:cNvCxnSpPr>
          <p:nvPr/>
        </p:nvCxnSpPr>
        <p:spPr>
          <a:xfrm flipH="1">
            <a:off x="4870485" y="4752625"/>
            <a:ext cx="230954" cy="239942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F9D46429-AC21-9D38-C76E-5E50A0434D5E}"/>
              </a:ext>
            </a:extLst>
          </p:cNvPr>
          <p:cNvCxnSpPr>
            <a:cxnSpLocks/>
          </p:cNvCxnSpPr>
          <p:nvPr/>
        </p:nvCxnSpPr>
        <p:spPr>
          <a:xfrm flipH="1">
            <a:off x="3406416" y="4367215"/>
            <a:ext cx="1579546" cy="539574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F0E7C65E-4DF6-3D98-23DF-61D86F06F06F}"/>
              </a:ext>
            </a:extLst>
          </p:cNvPr>
          <p:cNvCxnSpPr>
            <a:cxnSpLocks/>
          </p:cNvCxnSpPr>
          <p:nvPr/>
        </p:nvCxnSpPr>
        <p:spPr>
          <a:xfrm>
            <a:off x="7496175" y="4762150"/>
            <a:ext cx="257673" cy="291421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4B47FF59-8249-C535-DD56-CB0A768ED3A0}"/>
              </a:ext>
            </a:extLst>
          </p:cNvPr>
          <p:cNvCxnSpPr>
            <a:cxnSpLocks/>
          </p:cNvCxnSpPr>
          <p:nvPr/>
        </p:nvCxnSpPr>
        <p:spPr>
          <a:xfrm flipH="1" flipV="1">
            <a:off x="7316833" y="4339778"/>
            <a:ext cx="2342156" cy="436887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050F1852-2610-AF88-17A4-111A6EEF31C2}"/>
              </a:ext>
            </a:extLst>
          </p:cNvPr>
          <p:cNvCxnSpPr>
            <a:cxnSpLocks/>
          </p:cNvCxnSpPr>
          <p:nvPr/>
        </p:nvCxnSpPr>
        <p:spPr>
          <a:xfrm flipH="1">
            <a:off x="4038600" y="840086"/>
            <a:ext cx="947362" cy="0"/>
          </a:xfrm>
          <a:prstGeom prst="straightConnector1">
            <a:avLst/>
          </a:prstGeom>
          <a:ln w="15875">
            <a:solidFill>
              <a:schemeClr val="bg2">
                <a:lumMod val="25000"/>
              </a:schemeClr>
            </a:solidFill>
            <a:headEnd type="none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76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B1B047-0CD9-55FA-75CE-43AEC4EE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n 37">
            <a:extLst>
              <a:ext uri="{FF2B5EF4-FFF2-40B4-BE49-F238E27FC236}">
                <a16:creationId xmlns:a16="http://schemas.microsoft.com/office/drawing/2014/main" id="{6C413FD6-0980-F905-9137-4C2AF672D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030" y="2441787"/>
            <a:ext cx="2577344" cy="1390029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02A8112E-2DB6-9902-C33F-C23FA385624E}"/>
              </a:ext>
            </a:extLst>
          </p:cNvPr>
          <p:cNvGrpSpPr/>
          <p:nvPr/>
        </p:nvGrpSpPr>
        <p:grpSpPr>
          <a:xfrm>
            <a:off x="4130305" y="2555877"/>
            <a:ext cx="1714983" cy="1714983"/>
            <a:chOff x="7000740" y="3212616"/>
            <a:chExt cx="2486470" cy="2486470"/>
          </a:xfrm>
        </p:grpSpPr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323C3832-7865-D688-90F7-7AAB9342701E}"/>
                </a:ext>
              </a:extLst>
            </p:cNvPr>
            <p:cNvGrpSpPr/>
            <p:nvPr/>
          </p:nvGrpSpPr>
          <p:grpSpPr>
            <a:xfrm>
              <a:off x="7277100" y="3253653"/>
              <a:ext cx="2093024" cy="1625305"/>
              <a:chOff x="7277100" y="3253653"/>
              <a:chExt cx="2093024" cy="1625305"/>
            </a:xfrm>
          </p:grpSpPr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111B8A5D-CED2-F959-D888-1080F36EBBC8}"/>
                  </a:ext>
                </a:extLst>
              </p:cNvPr>
              <p:cNvGrpSpPr/>
              <p:nvPr/>
            </p:nvGrpSpPr>
            <p:grpSpPr>
              <a:xfrm>
                <a:off x="7277100" y="3253653"/>
                <a:ext cx="2093024" cy="1250357"/>
                <a:chOff x="7219694" y="1502290"/>
                <a:chExt cx="2093024" cy="1250357"/>
              </a:xfrm>
            </p:grpSpPr>
            <p:sp>
              <p:nvSpPr>
                <p:cNvPr id="39" name="Elipse 38">
                  <a:extLst>
                    <a:ext uri="{FF2B5EF4-FFF2-40B4-BE49-F238E27FC236}">
                      <a16:creationId xmlns:a16="http://schemas.microsoft.com/office/drawing/2014/main" id="{F8A7460D-254C-B0A7-3E61-F6B941E1D760}"/>
                    </a:ext>
                  </a:extLst>
                </p:cNvPr>
                <p:cNvSpPr/>
                <p:nvPr/>
              </p:nvSpPr>
              <p:spPr>
                <a:xfrm>
                  <a:off x="7219694" y="1502290"/>
                  <a:ext cx="486030" cy="486030"/>
                </a:xfrm>
                <a:prstGeom prst="ellipse">
                  <a:avLst/>
                </a:prstGeom>
                <a:solidFill>
                  <a:srgbClr val="2A317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267F3CF9-50CB-D754-D204-DFB52E46787D}"/>
                    </a:ext>
                  </a:extLst>
                </p:cNvPr>
                <p:cNvGrpSpPr/>
                <p:nvPr/>
              </p:nvGrpSpPr>
              <p:grpSpPr>
                <a:xfrm>
                  <a:off x="7531178" y="2257676"/>
                  <a:ext cx="1781540" cy="494971"/>
                  <a:chOff x="7153190" y="3853982"/>
                  <a:chExt cx="1781540" cy="494971"/>
                </a:xfrm>
              </p:grpSpPr>
              <p:sp>
                <p:nvSpPr>
                  <p:cNvPr id="40" name="Diagrama de flujo: terminador 39">
                    <a:extLst>
                      <a:ext uri="{FF2B5EF4-FFF2-40B4-BE49-F238E27FC236}">
                        <a16:creationId xmlns:a16="http://schemas.microsoft.com/office/drawing/2014/main" id="{1105C2CB-13A8-3133-80AE-DDA1AD3A98E0}"/>
                      </a:ext>
                    </a:extLst>
                  </p:cNvPr>
                  <p:cNvSpPr/>
                  <p:nvPr/>
                </p:nvSpPr>
                <p:spPr>
                  <a:xfrm rot="2095656">
                    <a:off x="7153190" y="3853982"/>
                    <a:ext cx="1781540" cy="494971"/>
                  </a:xfrm>
                  <a:prstGeom prst="flowChartTerminator">
                    <a:avLst/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41" name="Trapecio 40">
                    <a:extLst>
                      <a:ext uri="{FF2B5EF4-FFF2-40B4-BE49-F238E27FC236}">
                        <a16:creationId xmlns:a16="http://schemas.microsoft.com/office/drawing/2014/main" id="{5D4AAA4D-C7C6-4FF1-F13D-CC7F25109001}"/>
                      </a:ext>
                    </a:extLst>
                  </p:cNvPr>
                  <p:cNvSpPr/>
                  <p:nvPr/>
                </p:nvSpPr>
                <p:spPr>
                  <a:xfrm rot="10071511">
                    <a:off x="7838706" y="3947325"/>
                    <a:ext cx="1056669" cy="308284"/>
                  </a:xfrm>
                  <a:prstGeom prst="trapezoid">
                    <a:avLst>
                      <a:gd name="adj" fmla="val 42456"/>
                    </a:avLst>
                  </a:prstGeom>
                  <a:solidFill>
                    <a:srgbClr val="2A31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42" name="Diagrama de flujo: terminador 41">
                  <a:extLst>
                    <a:ext uri="{FF2B5EF4-FFF2-40B4-BE49-F238E27FC236}">
                      <a16:creationId xmlns:a16="http://schemas.microsoft.com/office/drawing/2014/main" id="{4E7ABDEA-DBC0-C458-AE8D-6E8C235C63EE}"/>
                    </a:ext>
                  </a:extLst>
                </p:cNvPr>
                <p:cNvSpPr/>
                <p:nvPr/>
              </p:nvSpPr>
              <p:spPr>
                <a:xfrm rot="165214">
                  <a:off x="8212202" y="2511631"/>
                  <a:ext cx="804808" cy="236597"/>
                </a:xfrm>
                <a:prstGeom prst="flowChartTerminator">
                  <a:avLst/>
                </a:prstGeom>
                <a:solidFill>
                  <a:srgbClr val="2A3176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45" name="Conector recto 44">
                  <a:extLst>
                    <a:ext uri="{FF2B5EF4-FFF2-40B4-BE49-F238E27FC236}">
                      <a16:creationId xmlns:a16="http://schemas.microsoft.com/office/drawing/2014/main" id="{F1BC09F8-A48F-C55E-7235-0CD87FB7E8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871449" y="2133600"/>
                  <a:ext cx="531726" cy="364296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FD2E0FEB-2C12-813A-DAB5-AF93232BF847}"/>
                  </a:ext>
                </a:extLst>
              </p:cNvPr>
              <p:cNvSpPr/>
              <p:nvPr/>
            </p:nvSpPr>
            <p:spPr>
              <a:xfrm rot="191316">
                <a:off x="8377508" y="4513223"/>
                <a:ext cx="887254" cy="365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0" name="Rectángulo 49">
                <a:extLst>
                  <a:ext uri="{FF2B5EF4-FFF2-40B4-BE49-F238E27FC236}">
                    <a16:creationId xmlns:a16="http://schemas.microsoft.com/office/drawing/2014/main" id="{6A67ACE2-ABE3-091A-6F8A-A8809E320A5B}"/>
                  </a:ext>
                </a:extLst>
              </p:cNvPr>
              <p:cNvSpPr/>
              <p:nvPr/>
            </p:nvSpPr>
            <p:spPr>
              <a:xfrm rot="191316">
                <a:off x="9060165" y="4370706"/>
                <a:ext cx="172054" cy="170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1A467607-E3A9-0EAE-2155-396F2BA44607}"/>
                  </a:ext>
                </a:extLst>
              </p:cNvPr>
              <p:cNvSpPr/>
              <p:nvPr/>
            </p:nvSpPr>
            <p:spPr>
              <a:xfrm rot="19083002">
                <a:off x="8938153" y="4471204"/>
                <a:ext cx="219563" cy="857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3" name="Rectángulo 52">
                <a:extLst>
                  <a:ext uri="{FF2B5EF4-FFF2-40B4-BE49-F238E27FC236}">
                    <a16:creationId xmlns:a16="http://schemas.microsoft.com/office/drawing/2014/main" id="{3101A4BB-B9F2-DEEA-6086-729DDECCF3E8}"/>
                  </a:ext>
                </a:extLst>
              </p:cNvPr>
              <p:cNvSpPr/>
              <p:nvPr/>
            </p:nvSpPr>
            <p:spPr>
              <a:xfrm rot="2033707">
                <a:off x="8123565" y="4185757"/>
                <a:ext cx="388149" cy="176978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7219A42A-92C3-5428-5649-7CED53C20CC0}"/>
                  </a:ext>
                </a:extLst>
              </p:cNvPr>
              <p:cNvSpPr/>
              <p:nvPr/>
            </p:nvSpPr>
            <p:spPr>
              <a:xfrm rot="2033707">
                <a:off x="8049899" y="4196358"/>
                <a:ext cx="388149" cy="176978"/>
              </a:xfrm>
              <a:prstGeom prst="rect">
                <a:avLst/>
              </a:prstGeom>
              <a:solidFill>
                <a:srgbClr val="2A317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56" name="Arco 55">
              <a:extLst>
                <a:ext uri="{FF2B5EF4-FFF2-40B4-BE49-F238E27FC236}">
                  <a16:creationId xmlns:a16="http://schemas.microsoft.com/office/drawing/2014/main" id="{B61980F2-6DFE-4238-8838-7DC816B128B8}"/>
                </a:ext>
              </a:extLst>
            </p:cNvPr>
            <p:cNvSpPr/>
            <p:nvPr/>
          </p:nvSpPr>
          <p:spPr>
            <a:xfrm>
              <a:off x="7000740" y="3212616"/>
              <a:ext cx="2486470" cy="2486470"/>
            </a:xfrm>
            <a:prstGeom prst="arc">
              <a:avLst>
                <a:gd name="adj1" fmla="val 10810838"/>
                <a:gd name="adj2" fmla="val 12982348"/>
              </a:avLst>
            </a:prstGeom>
            <a:ln w="76200">
              <a:solidFill>
                <a:srgbClr val="78B39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B6DD8165-4BF6-3441-8D57-1BF18BE56F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5423" y="4417621"/>
              <a:ext cx="983827" cy="0"/>
            </a:xfrm>
            <a:prstGeom prst="line">
              <a:avLst/>
            </a:prstGeom>
            <a:ln w="98425">
              <a:solidFill>
                <a:srgbClr val="2A31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0" name="Imagen 109">
            <a:extLst>
              <a:ext uri="{FF2B5EF4-FFF2-40B4-BE49-F238E27FC236}">
                <a16:creationId xmlns:a16="http://schemas.microsoft.com/office/drawing/2014/main" id="{80527587-E2BC-3017-11F7-95650C82B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030" y="1727382"/>
            <a:ext cx="1623599" cy="314369"/>
          </a:xfrm>
          <a:prstGeom prst="rect">
            <a:avLst/>
          </a:prstGeom>
        </p:spPr>
      </p:pic>
      <p:sp>
        <p:nvSpPr>
          <p:cNvPr id="116" name="Rectángulo 115">
            <a:extLst>
              <a:ext uri="{FF2B5EF4-FFF2-40B4-BE49-F238E27FC236}">
                <a16:creationId xmlns:a16="http://schemas.microsoft.com/office/drawing/2014/main" id="{6E9CE0D8-A92C-1BBC-FE98-8436C4245936}"/>
              </a:ext>
            </a:extLst>
          </p:cNvPr>
          <p:cNvSpPr/>
          <p:nvPr/>
        </p:nvSpPr>
        <p:spPr>
          <a:xfrm>
            <a:off x="1306031" y="1235156"/>
            <a:ext cx="1623600" cy="34259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/>
          </a:p>
        </p:txBody>
      </p:sp>
      <p:pic>
        <p:nvPicPr>
          <p:cNvPr id="120" name="Imagen 119">
            <a:extLst>
              <a:ext uri="{FF2B5EF4-FFF2-40B4-BE49-F238E27FC236}">
                <a16:creationId xmlns:a16="http://schemas.microsoft.com/office/drawing/2014/main" id="{3E21AF4D-B430-95FB-AF4E-E7F7BA47B8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994" y="4270860"/>
            <a:ext cx="714269" cy="14025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9C0429A-8D9E-17D3-4788-960FF7C39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6030" y="4126586"/>
            <a:ext cx="1162212" cy="151468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4DB215-6F33-4468-11F2-9923C1B05C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9986" y="5883477"/>
            <a:ext cx="847843" cy="26673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6C37DCC-3C5B-5AF8-734C-1918B5C98C79}"/>
              </a:ext>
            </a:extLst>
          </p:cNvPr>
          <p:cNvSpPr txBox="1"/>
          <p:nvPr/>
        </p:nvSpPr>
        <p:spPr>
          <a:xfrm>
            <a:off x="241425" y="293777"/>
            <a:ext cx="36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Imágenes y colores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DB448C9-2EE7-1B39-30EC-C8EB1FEAF4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960" b="6720"/>
          <a:stretch>
            <a:fillRect/>
          </a:stretch>
        </p:blipFill>
        <p:spPr bwMode="auto">
          <a:xfrm>
            <a:off x="6263674" y="2891489"/>
            <a:ext cx="580007" cy="5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2290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34084</TotalTime>
  <Words>480</Words>
  <Application>Microsoft Office PowerPoint</Application>
  <PresentationFormat>Panorámica</PresentationFormat>
  <Paragraphs>264</Paragraphs>
  <Slides>12</Slides>
  <Notes>8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Cañete</dc:creator>
  <cp:lastModifiedBy>Federico Cañete</cp:lastModifiedBy>
  <cp:revision>13</cp:revision>
  <dcterms:created xsi:type="dcterms:W3CDTF">2025-10-31T00:54:15Z</dcterms:created>
  <dcterms:modified xsi:type="dcterms:W3CDTF">2026-02-15T17:20:10Z</dcterms:modified>
</cp:coreProperties>
</file>